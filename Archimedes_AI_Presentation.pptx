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.xml" ContentType="application/vnd.openxmlformats-officedocument.customXmlProperties+xml"/>
  <Override PartName="/customXml/itemProps20.xml" ContentType="application/vnd.openxmlformats-officedocument.customXmlProperties+xml"/>
  <Override PartName="/customXml/itemProps21.xml" ContentType="application/vnd.openxmlformats-officedocument.customXmlProperties+xml"/>
  <Override PartName="/customXml/itemProps22.xml" ContentType="application/vnd.openxmlformats-officedocument.customXmlProperties+xml"/>
  <Override PartName="/customXml/itemProps23.xml" ContentType="application/vnd.openxmlformats-officedocument.customXmlProperties+xml"/>
  <Override PartName="/customXml/itemProps24.xml" ContentType="application/vnd.openxmlformats-officedocument.customXmlProperties+xml"/>
  <Override PartName="/customXml/itemProps25.xml" ContentType="application/vnd.openxmlformats-officedocument.customXmlProperties+xml"/>
  <Override PartName="/customXml/itemProps26.xml" ContentType="application/vnd.openxmlformats-officedocument.customXmlProperties+xml"/>
  <Override PartName="/customXml/itemProps27.xml" ContentType="application/vnd.openxmlformats-officedocument.customXmlProperties+xml"/>
  <Override PartName="/customXml/itemProps28.xml" ContentType="application/vnd.openxmlformats-officedocument.customXmlProperties+xml"/>
  <Override PartName="/customXml/itemProps29.xml" ContentType="application/vnd.openxmlformats-officedocument.customXmlProperties+xml"/>
  <Override PartName="/customXml/itemProps3.xml" ContentType="application/vnd.openxmlformats-officedocument.customXmlProperties+xml"/>
  <Override PartName="/customXml/itemProps30.xml" ContentType="application/vnd.openxmlformats-officedocument.customXmlProperties+xml"/>
  <Override PartName="/customXml/itemProps31.xml" ContentType="application/vnd.openxmlformats-officedocument.customXmlProperties+xml"/>
  <Override PartName="/customXml/itemProps32.xml" ContentType="application/vnd.openxmlformats-officedocument.customXmlProperties+xml"/>
  <Override PartName="/customXml/itemProps33.xml" ContentType="application/vnd.openxmlformats-officedocument.customXmlProperties+xml"/>
  <Override PartName="/customXml/itemProps34.xml" ContentType="application/vnd.openxmlformats-officedocument.customXmlProperties+xml"/>
  <Override PartName="/customXml/itemProps35.xml" ContentType="application/vnd.openxmlformats-officedocument.customXmlProperties+xml"/>
  <Override PartName="/customXml/itemProps36.xml" ContentType="application/vnd.openxmlformats-officedocument.customXmlProperties+xml"/>
  <Override PartName="/customXml/itemProps37.xml" ContentType="application/vnd.openxmlformats-officedocument.customXmlProperties+xml"/>
  <Override PartName="/customXml/itemProps38.xml" ContentType="application/vnd.openxmlformats-officedocument.customXmlProperties+xml"/>
  <Override PartName="/customXml/itemProps39.xml" ContentType="application/vnd.openxmlformats-officedocument.customXmlProperties+xml"/>
  <Override PartName="/customXml/itemProps4.xml" ContentType="application/vnd.openxmlformats-officedocument.customXmlProperties+xml"/>
  <Override PartName="/customXml/itemProps40.xml" ContentType="application/vnd.openxmlformats-officedocument.customXmlProperties+xml"/>
  <Override PartName="/customXml/itemProps41.xml" ContentType="application/vnd.openxmlformats-officedocument.customXmlProperties+xml"/>
  <Override PartName="/customXml/itemProps42.xml" ContentType="application/vnd.openxmlformats-officedocument.customXmlProperties+xml"/>
  <Override PartName="/customXml/itemProps43.xml" ContentType="application/vnd.openxmlformats-officedocument.customXmlProperties+xml"/>
  <Override PartName="/customXml/itemProps44.xml" ContentType="application/vnd.openxmlformats-officedocument.customXmlProperties+xml"/>
  <Override PartName="/customXml/itemProps45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5.svg" ContentType="image/svg+xml"/>
  <Override PartName="/ppt/media/image16.svg" ContentType="image/svg+xml"/>
  <Override PartName="/ppt/media/image3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bin" ContentType="image/png"/>
  <Override PartName="/ppt/media/image40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Relationship Id="rId7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733" r:id="rId46"/>
  </p:sldMasterIdLst>
  <p:notesMasterIdLst>
    <p:notesMasterId r:id="rId67"/>
  </p:notesMasterIdLst>
  <p:handoutMasterIdLst>
    <p:handoutMasterId r:id="rId68"/>
  </p:handoutMasterIdLst>
  <p:sldIdLst>
    <p:sldId id="2213" r:id="rId47"/>
    <p:sldId id="2252" r:id="rId92"/>
    <p:sldId id="2202" r:id="rId52"/>
    <p:sldId id="2183" r:id="rId57"/>
    <p:sldId id="2253" r:id="rId66"/>
    <p:sldId id="2254" r:id="rId65"/>
    <p:sldId id="2255" r:id="rId64"/>
    <p:sldId id="2256" r:id="rId63"/>
    <p:sldId id="2257" r:id="rId61"/>
    <p:sldId id="2258" r:id="rId60"/>
    <p:sldId id="2259" r:id="rId59"/>
    <p:sldId id="2260" r:id="rId58"/>
    <p:sldId id="2261" r:id="rId56"/>
    <p:sldId id="2262" r:id="rId55"/>
    <p:sldId id="2263" r:id="rId54"/>
    <p:sldId id="2264" r:id="rId53"/>
    <p:sldId id="2265" r:id="rId51"/>
    <p:sldId id="2266" r:id="rId50"/>
    <p:sldId id="2153" r:id="rId62"/>
  </p:sldIdLst>
  <p:sldSz cx="12195175" cy="6858000"/>
  <p:notesSz cx="6858000" cy="9144000"/>
  <p:embeddedFontLst>
    <p:embeddedFont>
      <p:font typeface="72 Brand" panose="020B0504030603020204" pitchFamily="34" charset="0"/>
      <p:regular r:id="rId69"/>
      <p:bold r:id="rId70"/>
      <p:italic r:id="rId71"/>
      <p:boldItalic r:id="rId72"/>
    </p:embeddedFont>
    <p:embeddedFont>
      <p:font typeface="72 Brand Medium" panose="020B0604030603020204" pitchFamily="34" charset="0"/>
      <p:regular r:id="rId73"/>
      <p:italic r:id="rId74"/>
    </p:embeddedFont>
  </p:embeddedFontLst>
  <p:custDataLst>
    <p:tags r:id="rId75"/>
  </p:custDataLst>
  <p:defaultTextStyle>
    <a:defPPr>
      <a:defRPr lang="de-DE"/>
    </a:defPPr>
    <a:lvl1pPr marL="0" algn="l" defTabSz="1088776" rtl="0" eaLnBrk="1" latinLnBrk="0" hangingPunct="1">
      <a:defRPr lang="de-DE" sz="2100" kern="1200">
        <a:solidFill>
          <a:schemeClr val="tx1"/>
        </a:solidFill>
        <a:latin typeface="Arial"/>
        <a:ea typeface="+mn-ea"/>
        <a:cs typeface="+mn-cs"/>
      </a:defRPr>
    </a:lvl1pPr>
    <a:lvl2pPr marL="544388" algn="l" defTabSz="1088776" rtl="0" eaLnBrk="1" latinLnBrk="0" hangingPunct="1">
      <a:buClr>
        <a:srgbClr val="FDB913"/>
      </a:buClr>
      <a:buSzPct val="100000"/>
      <a:buFont typeface="wingdings"/>
      <a:buChar char=""/>
      <a:defRPr lang="de-DE" sz="2100" kern="1200">
        <a:solidFill>
          <a:schemeClr val="tx1"/>
        </a:solidFill>
        <a:latin typeface="Arial"/>
        <a:ea typeface="+mn-ea"/>
        <a:cs typeface="+mn-cs"/>
      </a:defRPr>
    </a:lvl2pPr>
    <a:lvl3pPr marL="1088776" algn="l" defTabSz="1088776" rtl="0" eaLnBrk="1" latinLnBrk="0" hangingPunct="1">
      <a:buClr>
        <a:srgbClr val="666666"/>
      </a:buClr>
      <a:buSzPct val="80000"/>
      <a:buFont typeface="Wingdings"/>
      <a:buChar char="n"/>
      <a:defRPr lang="de-DE" sz="1700" kern="1200">
        <a:solidFill>
          <a:schemeClr val="tx1"/>
        </a:solidFill>
        <a:latin typeface="Arial"/>
        <a:ea typeface="+mn-ea"/>
        <a:cs typeface="+mn-cs"/>
      </a:defRPr>
    </a:lvl3pPr>
    <a:lvl4pPr marL="1633164" algn="l" defTabSz="1088776" rtl="0" eaLnBrk="1" latinLnBrk="0" hangingPunct="1">
      <a:buClr>
        <a:srgbClr val="666666"/>
      </a:buClr>
      <a:buSzPct val="80000"/>
      <a:buFont typeface="Arial"/>
      <a:buChar char=""/>
      <a:defRPr lang="de-DE" sz="1400" kern="1200">
        <a:solidFill>
          <a:schemeClr val="tx1"/>
        </a:solidFill>
        <a:latin typeface="Arial"/>
        <a:ea typeface="+mn-ea"/>
        <a:cs typeface="+mn-cs"/>
      </a:defRPr>
    </a:lvl4pPr>
    <a:lvl5pPr marL="2177552" algn="l" defTabSz="1088776" rtl="0" eaLnBrk="1" latinLnBrk="0" hangingPunct="1">
      <a:buClr>
        <a:srgbClr val="666666"/>
      </a:buClr>
      <a:buSzPct val="80000"/>
      <a:buFont typeface="Arial"/>
      <a:buChar char=""/>
      <a:defRPr lang="de-DE" sz="1200" kern="1200">
        <a:solidFill>
          <a:schemeClr val="tx1"/>
        </a:solidFill>
        <a:latin typeface="Arial"/>
        <a:ea typeface="+mn-ea"/>
        <a:cs typeface="+mn-cs"/>
      </a:defRPr>
    </a:lvl5pPr>
    <a:lvl6pPr marL="2721940" algn="l" defTabSz="108877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266328" algn="l" defTabSz="108877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810716" algn="l" defTabSz="108877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355104" algn="l" defTabSz="108877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CED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F8D71B-3E0A-4242-9928-A93BF25DC873}" v="1" dt="2025-12-18T10:32:41.350"/>
  </p1510:revLst>
</p1510:revInfo>
</file>

<file path=ppt/tableStyles.xml><?xml version="1.0" encoding="utf-8"?>
<a:tblStyleLst xmlns:a="http://schemas.openxmlformats.org/drawingml/2006/main" def="{2D5ABB26-0587-4C30-8999-92F81FD0307C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360" autoAdjust="0"/>
  </p:normalViewPr>
  <p:slideViewPr>
    <p:cSldViewPr snapToGrid="0" showGuides="1">
      <p:cViewPr varScale="1">
        <p:scale>
          <a:sx n="63" d="100"/>
          <a:sy n="63" d="100"/>
        </p:scale>
        <p:origin x="36" y="7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-5026"/>
    </p:cViewPr>
  </p:sorterViewPr>
  <p:notesViewPr>
    <p:cSldViewPr snapToGrid="0" showGuides="1">
      <p:cViewPr varScale="1">
        <p:scale>
          <a:sx n="92" d="100"/>
          <a:sy n="92" d="100"/>
        </p:scale>
        <p:origin x="4008" y="168"/>
      </p:cViewPr>
      <p:guideLst>
        <p:guide orient="horz" pos="2880"/>
        <p:guide pos="2160"/>
      </p:guideLst>
    </p:cSldViewPr>
  </p:notesViewPr>
  <p:gridSpacing cx="936117" cy="936117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customXml" Target="../customXml/item6.xml"/><Relationship Id="rId7" Type="http://schemas.openxmlformats.org/officeDocument/2006/relationships/customXml" Target="../customXml/item7.xml"/><Relationship Id="rId8" Type="http://schemas.openxmlformats.org/officeDocument/2006/relationships/customXml" Target="../customXml/item8.xml"/><Relationship Id="rId9" Type="http://schemas.openxmlformats.org/officeDocument/2006/relationships/customXml" Target="../customXml/item9.xml"/><Relationship Id="rId10" Type="http://schemas.openxmlformats.org/officeDocument/2006/relationships/customXml" Target="../customXml/item10.xml"/><Relationship Id="rId11" Type="http://schemas.openxmlformats.org/officeDocument/2006/relationships/customXml" Target="../customXml/item11.xml"/><Relationship Id="rId12" Type="http://schemas.openxmlformats.org/officeDocument/2006/relationships/customXml" Target="../customXml/item12.xml"/><Relationship Id="rId13" Type="http://schemas.openxmlformats.org/officeDocument/2006/relationships/customXml" Target="../customXml/item13.xml"/><Relationship Id="rId14" Type="http://schemas.openxmlformats.org/officeDocument/2006/relationships/customXml" Target="../customXml/item14.xml"/><Relationship Id="rId15" Type="http://schemas.openxmlformats.org/officeDocument/2006/relationships/customXml" Target="../customXml/item15.xml"/><Relationship Id="rId16" Type="http://schemas.openxmlformats.org/officeDocument/2006/relationships/customXml" Target="../customXml/item16.xml"/><Relationship Id="rId17" Type="http://schemas.openxmlformats.org/officeDocument/2006/relationships/customXml" Target="../customXml/item17.xml"/><Relationship Id="rId18" Type="http://schemas.openxmlformats.org/officeDocument/2006/relationships/customXml" Target="../customXml/item18.xml"/><Relationship Id="rId19" Type="http://schemas.openxmlformats.org/officeDocument/2006/relationships/customXml" Target="../customXml/item19.xml"/><Relationship Id="rId20" Type="http://schemas.openxmlformats.org/officeDocument/2006/relationships/customXml" Target="../customXml/item20.xml"/><Relationship Id="rId21" Type="http://schemas.openxmlformats.org/officeDocument/2006/relationships/customXml" Target="../customXml/item21.xml"/><Relationship Id="rId22" Type="http://schemas.openxmlformats.org/officeDocument/2006/relationships/customXml" Target="../customXml/item22.xml"/><Relationship Id="rId23" Type="http://schemas.openxmlformats.org/officeDocument/2006/relationships/customXml" Target="../customXml/item23.xml"/><Relationship Id="rId24" Type="http://schemas.openxmlformats.org/officeDocument/2006/relationships/customXml" Target="../customXml/item24.xml"/><Relationship Id="rId25" Type="http://schemas.openxmlformats.org/officeDocument/2006/relationships/customXml" Target="../customXml/item25.xml"/><Relationship Id="rId26" Type="http://schemas.openxmlformats.org/officeDocument/2006/relationships/customXml" Target="../customXml/item26.xml"/><Relationship Id="rId27" Type="http://schemas.openxmlformats.org/officeDocument/2006/relationships/customXml" Target="../customXml/item27.xml"/><Relationship Id="rId28" Type="http://schemas.openxmlformats.org/officeDocument/2006/relationships/customXml" Target="../customXml/item28.xml"/><Relationship Id="rId29" Type="http://schemas.openxmlformats.org/officeDocument/2006/relationships/customXml" Target="../customXml/item29.xml"/><Relationship Id="rId30" Type="http://schemas.openxmlformats.org/officeDocument/2006/relationships/customXml" Target="../customXml/item30.xml"/><Relationship Id="rId31" Type="http://schemas.openxmlformats.org/officeDocument/2006/relationships/customXml" Target="../customXml/item31.xml"/><Relationship Id="rId32" Type="http://schemas.openxmlformats.org/officeDocument/2006/relationships/customXml" Target="../customXml/item32.xml"/><Relationship Id="rId33" Type="http://schemas.openxmlformats.org/officeDocument/2006/relationships/customXml" Target="../customXml/item33.xml"/><Relationship Id="rId34" Type="http://schemas.openxmlformats.org/officeDocument/2006/relationships/customXml" Target="../customXml/item34.xml"/><Relationship Id="rId35" Type="http://schemas.openxmlformats.org/officeDocument/2006/relationships/customXml" Target="../customXml/item35.xml"/><Relationship Id="rId36" Type="http://schemas.openxmlformats.org/officeDocument/2006/relationships/customXml" Target="../customXml/item36.xml"/><Relationship Id="rId37" Type="http://schemas.openxmlformats.org/officeDocument/2006/relationships/customXml" Target="../customXml/item37.xml"/><Relationship Id="rId38" Type="http://schemas.openxmlformats.org/officeDocument/2006/relationships/customXml" Target="../customXml/item38.xml"/><Relationship Id="rId39" Type="http://schemas.openxmlformats.org/officeDocument/2006/relationships/customXml" Target="../customXml/item39.xml"/><Relationship Id="rId40" Type="http://schemas.openxmlformats.org/officeDocument/2006/relationships/customXml" Target="../customXml/item40.xml"/><Relationship Id="rId41" Type="http://schemas.openxmlformats.org/officeDocument/2006/relationships/customXml" Target="../customXml/item41.xml"/><Relationship Id="rId42" Type="http://schemas.openxmlformats.org/officeDocument/2006/relationships/customXml" Target="../customXml/item42.xml"/><Relationship Id="rId43" Type="http://schemas.openxmlformats.org/officeDocument/2006/relationships/customXml" Target="../customXml/item43.xml"/><Relationship Id="rId44" Type="http://schemas.openxmlformats.org/officeDocument/2006/relationships/customXml" Target="../customXml/item44.xml"/><Relationship Id="rId45" Type="http://schemas.openxmlformats.org/officeDocument/2006/relationships/customXml" Target="../customXml/item45.xml"/><Relationship Id="rId46" Type="http://schemas.openxmlformats.org/officeDocument/2006/relationships/slideMaster" Target="slideMasters/slideMaster1.xml"/><Relationship Id="rId47" Type="http://schemas.openxmlformats.org/officeDocument/2006/relationships/slide" Target="slides/slide1.xml"/><Relationship Id="rId50" Type="http://schemas.openxmlformats.org/officeDocument/2006/relationships/slide" Target="slides/slide19.xml"/><Relationship Id="rId51" Type="http://schemas.openxmlformats.org/officeDocument/2006/relationships/slide" Target="slides/slide18.xml"/><Relationship Id="rId52" Type="http://schemas.openxmlformats.org/officeDocument/2006/relationships/slide" Target="slides/slide3.xml"/><Relationship Id="rId53" Type="http://schemas.openxmlformats.org/officeDocument/2006/relationships/slide" Target="slides/slide17.xml"/><Relationship Id="rId54" Type="http://schemas.openxmlformats.org/officeDocument/2006/relationships/slide" Target="slides/slide16.xml"/><Relationship Id="rId55" Type="http://schemas.openxmlformats.org/officeDocument/2006/relationships/slide" Target="slides/slide15.xml"/><Relationship Id="rId56" Type="http://schemas.openxmlformats.org/officeDocument/2006/relationships/slide" Target="slides/slide14.xml"/><Relationship Id="rId57" Type="http://schemas.openxmlformats.org/officeDocument/2006/relationships/slide" Target="slides/slide4.xml"/><Relationship Id="rId58" Type="http://schemas.openxmlformats.org/officeDocument/2006/relationships/slide" Target="slides/slide13.xml"/><Relationship Id="rId59" Type="http://schemas.openxmlformats.org/officeDocument/2006/relationships/slide" Target="slides/slide12.xml"/><Relationship Id="rId60" Type="http://schemas.openxmlformats.org/officeDocument/2006/relationships/slide" Target="slides/slide11.xml"/><Relationship Id="rId61" Type="http://schemas.openxmlformats.org/officeDocument/2006/relationships/slide" Target="slides/slide10.xml"/><Relationship Id="rId62" Type="http://schemas.openxmlformats.org/officeDocument/2006/relationships/slide" Target="slides/slide5.xml"/><Relationship Id="rId63" Type="http://schemas.openxmlformats.org/officeDocument/2006/relationships/slide" Target="slides/slide9.xml"/><Relationship Id="rId64" Type="http://schemas.openxmlformats.org/officeDocument/2006/relationships/slide" Target="slides/slide8.xml"/><Relationship Id="rId65" Type="http://schemas.openxmlformats.org/officeDocument/2006/relationships/slide" Target="slides/slide7.xml"/><Relationship Id="rId66" Type="http://schemas.openxmlformats.org/officeDocument/2006/relationships/slide" Target="slides/slide6.xml"/><Relationship Id="rId67" Type="http://schemas.openxmlformats.org/officeDocument/2006/relationships/notesMaster" Target="notesMasters/notesMaster1.xml"/><Relationship Id="rId68" Type="http://schemas.openxmlformats.org/officeDocument/2006/relationships/handoutMaster" Target="handoutMasters/handoutMaster1.xml"/><Relationship Id="rId69" Type="http://schemas.openxmlformats.org/officeDocument/2006/relationships/font" Target="fonts/font1.fntdata"/><Relationship Id="rId70" Type="http://schemas.openxmlformats.org/officeDocument/2006/relationships/font" Target="fonts/font2.fntdata"/><Relationship Id="rId71" Type="http://schemas.openxmlformats.org/officeDocument/2006/relationships/font" Target="fonts/font3.fntdata"/><Relationship Id="rId72" Type="http://schemas.openxmlformats.org/officeDocument/2006/relationships/font" Target="fonts/font4.fntdata"/><Relationship Id="rId73" Type="http://schemas.openxmlformats.org/officeDocument/2006/relationships/font" Target="fonts/font5.fntdata"/><Relationship Id="rId74" Type="http://schemas.openxmlformats.org/officeDocument/2006/relationships/font" Target="fonts/font6.fntdata"/><Relationship Id="rId75" Type="http://schemas.openxmlformats.org/officeDocument/2006/relationships/tags" Target="tags/tag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Relationship Id="rId80" Type="http://schemas.microsoft.com/office/2015/10/relationships/revisionInfo" Target="revisionInfo.xml"/><Relationship Id="rId92" Type="http://schemas.openxmlformats.org/officeDocument/2006/relationships/slide" Target="slides/slide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47855BD9-AF71-426C-9B9B-B0E52B88852E}" type="slidenum">
              <a:rPr lang="de-DE" sz="1000" smtClean="0">
                <a:latin typeface="72 Brand" panose="020B0504030603020204" pitchFamily="34" charset="0"/>
              </a:rPr>
              <a:pPr algn="ctr"/>
              <a:t>‹#›</a:t>
            </a:fld>
            <a:endParaRPr lang="de-DE" sz="1000" dirty="0">
              <a:latin typeface="72 Brand" panose="020B05040306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99324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47688" y="612775"/>
            <a:ext cx="5762625" cy="32416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49000" y="4120162"/>
            <a:ext cx="5760000" cy="456356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57512" y="8935722"/>
            <a:ext cx="942976" cy="20535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800" b="0" i="0">
                <a:latin typeface="72 Brand" panose="020B0504030603020204" pitchFamily="34" charset="0"/>
              </a:defRPr>
            </a:lvl1pPr>
          </a:lstStyle>
          <a:p>
            <a:fld id="{7D8C2C35-2B8A-446E-BEC0-FD36716C29AC}" type="slidenum">
              <a:rPr lang="en-DE" smtClean="0"/>
              <a:pPr/>
              <a:t>‹#›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847385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88776" rtl="0" eaLnBrk="1" latinLnBrk="0" hangingPunct="1">
      <a:defRPr sz="1400" b="0" i="0" kern="1200">
        <a:solidFill>
          <a:schemeClr val="tx1"/>
        </a:solidFill>
        <a:latin typeface="72 Brand" panose="020B0504030603020204" pitchFamily="34" charset="0"/>
        <a:ea typeface="+mn-ea"/>
        <a:cs typeface="+mn-cs"/>
      </a:defRPr>
    </a:lvl1pPr>
    <a:lvl2pPr marL="180000" indent="-180000" algn="l" defTabSz="1088776" rtl="0" eaLnBrk="1" latinLnBrk="0" hangingPunct="1">
      <a:buClr>
        <a:schemeClr val="accent1"/>
      </a:buClr>
      <a:buSzPct val="100000"/>
      <a:buFont typeface="Wingdings" pitchFamily="2" charset="2"/>
      <a:buChar char=""/>
      <a:defRPr sz="1400" b="0" i="0" kern="1200">
        <a:solidFill>
          <a:schemeClr val="tx1"/>
        </a:solidFill>
        <a:latin typeface="72 Brand" panose="020B0504030603020204" pitchFamily="34" charset="0"/>
        <a:ea typeface="+mn-ea"/>
        <a:cs typeface="+mn-cs"/>
      </a:defRPr>
    </a:lvl2pPr>
    <a:lvl3pPr marL="360000" indent="-180000" algn="l" defTabSz="1088776" rtl="0" eaLnBrk="1" latinLnBrk="0" hangingPunct="1">
      <a:buClr>
        <a:schemeClr val="accent2"/>
      </a:buClr>
      <a:buSzPct val="80000"/>
      <a:buFont typeface="Symbol" pitchFamily="18" charset="2"/>
      <a:buChar char="-"/>
      <a:defRPr sz="1200" b="0" i="0" kern="1200">
        <a:solidFill>
          <a:schemeClr val="tx1"/>
        </a:solidFill>
        <a:latin typeface="72 Brand" panose="020B0504030603020204" pitchFamily="34" charset="0"/>
        <a:ea typeface="+mn-ea"/>
        <a:cs typeface="+mn-cs"/>
      </a:defRPr>
    </a:lvl3pPr>
    <a:lvl4pPr marL="674815" indent="-158780" algn="l" defTabSz="1088776" rtl="0" eaLnBrk="1" latinLnBrk="0" hangingPunct="1">
      <a:buClr>
        <a:schemeClr val="accent2"/>
      </a:buClr>
      <a:buFont typeface="Arial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2177552" algn="l" defTabSz="108877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2721940" algn="l" defTabSz="108877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3266328" algn="l" defTabSz="108877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3810716" algn="l" defTabSz="108877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4355104" algn="l" defTabSz="108877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2C35-2B8A-446E-BEC0-FD36716C29AC}" type="slidenum">
              <a:rPr lang="en-DE" smtClean="0"/>
              <a:pPr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0788140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2C35-2B8A-446E-BEC0-FD36716C29AC}" type="slidenum">
              <a:rPr lang="en-DE" smtClean="0"/>
              <a:pPr/>
              <a:t>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483637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2C35-2B8A-446E-BEC0-FD36716C29AC}" type="slidenum">
              <a:rPr lang="en-DE" smtClean="0"/>
              <a:pPr/>
              <a:t>11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147141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2C35-2B8A-446E-BEC0-FD36716C29AC}" type="slidenum">
              <a:rPr lang="en-DE" smtClean="0"/>
              <a:pPr/>
              <a:t>16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3705396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bin"/><Relationship Id="rId5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image" Target="../media/image9.png"/><Relationship Id="rId5" Type="http://schemas.openxmlformats.org/officeDocument/2006/relationships/image" Target="../media/image10.svg"/><Relationship Id="rId6" Type="http://schemas.openxmlformats.org/officeDocument/2006/relationships/image" Target="../media/image11.png"/><Relationship Id="rId7" Type="http://schemas.openxmlformats.org/officeDocument/2006/relationships/image" Target="../media/image12.svg"/><Relationship Id="rId8" Type="http://schemas.openxmlformats.org/officeDocument/2006/relationships/image" Target="../media/image1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8.svg"/><Relationship Id="rId5" Type="http://schemas.openxmlformats.org/officeDocument/2006/relationships/image" Target="../media/image9.png"/><Relationship Id="rId6" Type="http://schemas.openxmlformats.org/officeDocument/2006/relationships/image" Target="../media/image10.svg"/><Relationship Id="rId7" Type="http://schemas.openxmlformats.org/officeDocument/2006/relationships/image" Target="../media/image11.png"/><Relationship Id="rId8" Type="http://schemas.openxmlformats.org/officeDocument/2006/relationships/image" Target="../media/image12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6.svg"/><Relationship Id="rId4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Relationship Id="rId10" Type="http://schemas.openxmlformats.org/officeDocument/2006/relationships/image" Target="../media/image26.png"/><Relationship Id="rId11" Type="http://schemas.openxmlformats.org/officeDocument/2006/relationships/image" Target="../media/image27.png"/><Relationship Id="rId12" Type="http://schemas.openxmlformats.org/officeDocument/2006/relationships/image" Target="../media/image28.png"/><Relationship Id="rId13" Type="http://schemas.openxmlformats.org/officeDocument/2006/relationships/image" Target="../media/image17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30.svg"/><Relationship Id="rId4" Type="http://schemas.openxmlformats.org/officeDocument/2006/relationships/image" Target="../media/image31.png"/><Relationship Id="rId5" Type="http://schemas.openxmlformats.org/officeDocument/2006/relationships/image" Target="../media/image32.svg"/><Relationship Id="rId6" Type="http://schemas.openxmlformats.org/officeDocument/2006/relationships/image" Target="../media/image33.png"/><Relationship Id="rId7" Type="http://schemas.openxmlformats.org/officeDocument/2006/relationships/image" Target="../media/image34.svg"/><Relationship Id="rId8" Type="http://schemas.openxmlformats.org/officeDocument/2006/relationships/image" Target="../media/image35.png"/><Relationship Id="rId9" Type="http://schemas.openxmlformats.org/officeDocument/2006/relationships/image" Target="../media/image36.svg"/><Relationship Id="rId10" Type="http://schemas.openxmlformats.org/officeDocument/2006/relationships/hyperlink" Target="https://brand.sap.com/media-library/index.html#/" TargetMode="External"/><Relationship Id="rId11" Type="http://schemas.openxmlformats.org/officeDocument/2006/relationships/hyperlink" Target="https://brand.sap.com/" TargetMode="External"/><Relationship Id="rId12" Type="http://schemas.openxmlformats.org/officeDocument/2006/relationships/hyperlink" Target="https://brand.sap.com/naming-center#/dashboard" TargetMode="External"/><Relationship Id="rId13" Type="http://schemas.openxmlformats.org/officeDocument/2006/relationships/hyperlink" Target="https://brand.sap.com/writing-assistant" TargetMode="Externa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38.svg"/><Relationship Id="rId4" Type="http://schemas.openxmlformats.org/officeDocument/2006/relationships/image" Target="../media/image2.png"/><Relationship Id="rId5" Type="http://schemas.openxmlformats.org/officeDocument/2006/relationships/image" Target="../media/image3.svg"/><Relationship Id="rId6" Type="http://schemas.openxmlformats.org/officeDocument/2006/relationships/image" Target="../media/image4.bin"/><Relationship Id="rId7" Type="http://schemas.openxmlformats.org/officeDocument/2006/relationships/image" Target="../media/image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503238" y="2706317"/>
            <a:ext cx="4765449" cy="997196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3600" b="0" i="0">
                <a:latin typeface="+mj-lt"/>
                <a:cs typeface="Arial" panose="020B0604020202020204" pitchFamily="34" charset="0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dirty="0"/>
              <a:t>Title goes here</a:t>
            </a:r>
            <a:br>
              <a:rPr lang="en-US" dirty="0"/>
            </a:br>
            <a:r>
              <a:rPr lang="en-US" dirty="0"/>
              <a:t>and here and here</a:t>
            </a:r>
            <a:endParaRPr lang="de-DE" sz="3600" kern="0" dirty="0" err="1">
              <a:ea typeface="72 Brand" pitchFamily="34" charset="-128"/>
              <a:cs typeface="72 Brand" pitchFamily="34" charset="-128"/>
            </a:endParaRPr>
          </a:p>
        </p:txBody>
      </p:sp>
      <p:pic>
        <p:nvPicPr>
          <p:cNvPr id="700296843" name="LogoBlue-Dynamic" descr="{&quot;templafy&quot;:{&quot;id&quot;:&quot;76763539-1909-4982-a38a-ad40e547b13e&quot;}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00" y="504000"/>
            <a:ext cx="1709244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24106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orient="horz" pos="1701" userDrawn="1">
          <p15:clr>
            <a:srgbClr val="FBAE40"/>
          </p15:clr>
        </p15:guide>
        <p15:guide id="3" orient="horz" pos="2682" userDrawn="1">
          <p15:clr>
            <a:srgbClr val="FBAE40"/>
          </p15:clr>
        </p15:guide>
        <p15:guide id="4" orient="horz" pos="2334" userDrawn="1">
          <p15:clr>
            <a:srgbClr val="FBAE40"/>
          </p15:clr>
        </p15:guide>
        <p15:guide id="5" orient="horz" pos="2999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B">
    <p:bg>
      <p:bgPr>
        <a:solidFill>
          <a:srgbClr val="002A8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" descr="preencoded.png">
            <a:extLst>
              <a:ext uri="{FF2B5EF4-FFF2-40B4-BE49-F238E27FC236}">
                <a16:creationId xmlns:a16="http://schemas.microsoft.com/office/drawing/2014/main" id="{6C575B3E-49FD-8450-F2CB-84C6E7A1153D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752355" y="1156532"/>
            <a:ext cx="5613722" cy="2756252"/>
          </a:xfrm>
          <a:prstGeom prst="rect">
            <a:avLst/>
          </a:prstGeom>
        </p:spPr>
      </p:pic>
      <p:pic>
        <p:nvPicPr>
          <p:cNvPr id="28936725" name="Acquired Company Logo Placeholder" descr="{&quot;templafy&quot;:{&quot;id&quot;:&quot;e24a6e43-600a-4c6b-89de-bcf3787a4fa8&quot;}}" hidden="1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2575" y="2141327"/>
            <a:ext cx="4125924" cy="266010"/>
          </a:xfrm>
          <a:prstGeom prst="rect">
            <a:avLst/>
          </a:prstGeom>
        </p:spPr>
      </p:pic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FF6D8674-EA25-0C87-7F7A-4B6FFA7F1F1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875176" y="0"/>
            <a:ext cx="4320000" cy="6858000"/>
          </a:xfrm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insert picture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A222ABC1-A03E-5EDE-02E2-6F3794850C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4000" y="2206502"/>
            <a:ext cx="5465762" cy="997196"/>
          </a:xfrm>
        </p:spPr>
        <p:txBody>
          <a:bodyPr wrap="square" anchor="b" anchorCtr="0">
            <a:noAutofit/>
          </a:bodyPr>
          <a:lstStyle>
            <a:lvl1pPr algn="l">
              <a:lnSpc>
                <a:spcPct val="90000"/>
              </a:lnSpc>
              <a:defRPr sz="3600" b="0" i="0">
                <a:solidFill>
                  <a:schemeClr val="bg1"/>
                </a:solidFill>
                <a:latin typeface="+mj-lt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dirty="0"/>
              <a:t>Title goes here</a:t>
            </a:r>
            <a:br>
              <a:rPr lang="en-US" dirty="0"/>
            </a:br>
            <a:r>
              <a:rPr lang="en-US" dirty="0"/>
              <a:t>and here and here</a:t>
            </a:r>
            <a:endParaRPr lang="de-DE" sz="3600" kern="0" dirty="0" err="1">
              <a:ea typeface="72 Brand" pitchFamily="34" charset="-128"/>
              <a:cs typeface="72 Brand" pitchFamily="34" charset="-128"/>
            </a:endParaRPr>
          </a:p>
        </p:txBody>
      </p:sp>
      <p:pic>
        <p:nvPicPr>
          <p:cNvPr id="1013082717" name="LogoWhite-Dynamic" descr="{&quot;templafy&quot;:{&quot;id&quot;:&quot;ee068d38-d8d6-4f51-9530-95cb3b336244&quot;}}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000" y="504000"/>
            <a:ext cx="1706219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95446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911" userDrawn="1">
          <p15:clr>
            <a:srgbClr val="FBAE40"/>
          </p15:clr>
        </p15:guide>
        <p15:guide id="2" orient="horz" pos="2682" userDrawn="1">
          <p15:clr>
            <a:srgbClr val="FBAE40"/>
          </p15:clr>
        </p15:guide>
        <p15:guide id="3" orient="horz" pos="299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C">
    <p:bg>
      <p:bgPr>
        <a:solidFill>
          <a:srgbClr val="001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CA814E6-1161-2533-DECB-242314C64D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409825" y="1294364"/>
            <a:ext cx="7677375" cy="3819591"/>
          </a:xfrm>
          <a:prstGeom prst="rect">
            <a:avLst/>
          </a:prstGeom>
        </p:spPr>
      </p:pic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503238" y="2706317"/>
            <a:ext cx="11183936" cy="997196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600" b="0" i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dirty="0"/>
              <a:t>Title goes here</a:t>
            </a:r>
            <a:br>
              <a:rPr lang="en-US" dirty="0"/>
            </a:br>
            <a:r>
              <a:rPr lang="en-US" dirty="0"/>
              <a:t>and here and here</a:t>
            </a:r>
            <a:endParaRPr lang="de-DE" sz="3600" kern="0" dirty="0" err="1">
              <a:ea typeface="72 Brand" pitchFamily="34" charset="-128"/>
              <a:cs typeface="72 Brand" pitchFamily="34" charset="-128"/>
            </a:endParaRPr>
          </a:p>
        </p:txBody>
      </p:sp>
      <p:pic>
        <p:nvPicPr>
          <p:cNvPr id="1208578058" name="LogoWhite-Dynamic" descr="{&quot;templafy&quot;:{&quot;id&quot;:&quot;e3c3a6af-8345-4518-8c28-8945ad8d4383&quot;}}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00" y="504000"/>
            <a:ext cx="1706219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257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701" userDrawn="1">
          <p15:clr>
            <a:srgbClr val="FBAE40"/>
          </p15:clr>
        </p15:guide>
        <p15:guide id="3" orient="horz" pos="2688" userDrawn="1">
          <p15:clr>
            <a:srgbClr val="FBAE40"/>
          </p15:clr>
        </p15:guide>
        <p15:guide id="4" orient="horz" pos="2334" userDrawn="1">
          <p15:clr>
            <a:srgbClr val="FBAE40"/>
          </p15:clr>
        </p15:guide>
        <p15:guide id="5" orient="horz" pos="299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D">
    <p:bg>
      <p:bgPr>
        <a:solidFill>
          <a:srgbClr val="D1E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/>
          <p:cNvSpPr>
            <a:spLocks noGrp="1"/>
          </p:cNvSpPr>
          <p:nvPr userDrawn="1">
            <p:ph type="title" hasCustomPrompt="1"/>
          </p:nvPr>
        </p:nvSpPr>
        <p:spPr>
          <a:xfrm>
            <a:off x="503238" y="2706317"/>
            <a:ext cx="5358719" cy="997196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3600" b="0" i="0">
                <a:solidFill>
                  <a:schemeClr val="tx1"/>
                </a:solidFill>
                <a:latin typeface="72 Brand Medium" panose="020B0504030603020204" pitchFamily="34" charset="0"/>
                <a:cs typeface="Arial" panose="020B0604020202020204" pitchFamily="34" charset="0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dirty="0"/>
              <a:t>Title goes here</a:t>
            </a:r>
            <a:br>
              <a:rPr lang="en-US" dirty="0"/>
            </a:br>
            <a:r>
              <a:rPr lang="en-US" dirty="0"/>
              <a:t>and here and here</a:t>
            </a:r>
            <a:endParaRPr lang="de-DE" sz="3600" kern="0" dirty="0" err="1">
              <a:ea typeface="72 Brand" pitchFamily="34" charset="-128"/>
              <a:cs typeface="72 Brand" pitchFamily="34" charset="-128"/>
            </a:endParaRPr>
          </a:p>
        </p:txBody>
      </p:sp>
      <p:pic>
        <p:nvPicPr>
          <p:cNvPr id="12" name="Image 1" descr="preencoded.png">
            <a:extLst>
              <a:ext uri="{FF2B5EF4-FFF2-40B4-BE49-F238E27FC236}">
                <a16:creationId xmlns:a16="http://schemas.microsoft.com/office/drawing/2014/main" id="{BAFF1977-7427-5CA2-A419-54E33BAD098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22188"/>
          <a:stretch/>
        </p:blipFill>
        <p:spPr>
          <a:xfrm>
            <a:off x="7175500" y="0"/>
            <a:ext cx="4313404" cy="1647915"/>
          </a:xfrm>
          <a:prstGeom prst="rect">
            <a:avLst/>
          </a:prstGeom>
        </p:spPr>
      </p:pic>
      <p:pic>
        <p:nvPicPr>
          <p:cNvPr id="13" name="Image 1" descr="preencoded.png">
            <a:extLst>
              <a:ext uri="{FF2B5EF4-FFF2-40B4-BE49-F238E27FC236}">
                <a16:creationId xmlns:a16="http://schemas.microsoft.com/office/drawing/2014/main" id="{58102CDA-6550-338C-434D-B8FA408CB4D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7175500" y="2385967"/>
            <a:ext cx="4313404" cy="2117815"/>
          </a:xfrm>
          <a:prstGeom prst="rect">
            <a:avLst/>
          </a:prstGeom>
        </p:spPr>
      </p:pic>
      <p:pic>
        <p:nvPicPr>
          <p:cNvPr id="14" name="Image 1" descr="preencoded.png">
            <a:extLst>
              <a:ext uri="{FF2B5EF4-FFF2-40B4-BE49-F238E27FC236}">
                <a16:creationId xmlns:a16="http://schemas.microsoft.com/office/drawing/2014/main" id="{65BCE9EE-E0B3-4D29-F0C4-BD00A1DA3A24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b="23687"/>
          <a:stretch/>
        </p:blipFill>
        <p:spPr>
          <a:xfrm>
            <a:off x="7175500" y="5241835"/>
            <a:ext cx="4313404" cy="1616165"/>
          </a:xfrm>
          <a:prstGeom prst="rect">
            <a:avLst/>
          </a:prstGeom>
        </p:spPr>
      </p:pic>
      <p:pic>
        <p:nvPicPr>
          <p:cNvPr id="675945817" name="LogoBlack-Dynamic" descr="{&quot;templafy&quot;:{&quot;id&quot;:&quot;1d62b530-3b2d-4f92-babb-44a9256310ea&quot;}}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4000" y="504000"/>
            <a:ext cx="1706219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458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701" userDrawn="1">
          <p15:clr>
            <a:srgbClr val="FBAE40"/>
          </p15:clr>
        </p15:guide>
        <p15:guide id="3" orient="horz" pos="2688" userDrawn="1">
          <p15:clr>
            <a:srgbClr val="FBAE40"/>
          </p15:clr>
        </p15:guide>
        <p15:guide id="4" orient="horz" pos="2341" userDrawn="1">
          <p15:clr>
            <a:srgbClr val="FBAE40"/>
          </p15:clr>
        </p15:guide>
        <p15:guide id="5" orient="horz" pos="299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E">
    <p:bg>
      <p:bgPr>
        <a:solidFill>
          <a:srgbClr val="002A8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0357393" name="LogoWhite-Dynamic" descr="{&quot;templafy&quot;:{&quot;id&quot;:&quot;097828c0-4a39-4e97-8f6b-91c1d166d462&quot;}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00" y="504000"/>
            <a:ext cx="1706219" cy="360000"/>
          </a:xfrm>
          <a:prstGeom prst="rect">
            <a:avLst/>
          </a:prstGeom>
        </p:spPr>
      </p:pic>
      <p:sp>
        <p:nvSpPr>
          <p:cNvPr id="4" name="Title"/>
          <p:cNvSpPr>
            <a:spLocks noGrp="1"/>
          </p:cNvSpPr>
          <p:nvPr userDrawn="1">
            <p:ph type="title" hasCustomPrompt="1"/>
          </p:nvPr>
        </p:nvSpPr>
        <p:spPr>
          <a:xfrm>
            <a:off x="503238" y="2706317"/>
            <a:ext cx="5358719" cy="997196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3600" b="0" i="0">
                <a:solidFill>
                  <a:schemeClr val="bg1"/>
                </a:solidFill>
                <a:latin typeface="72 Brand Medium" panose="020B0504030603020204" pitchFamily="34" charset="0"/>
                <a:cs typeface="Arial" panose="020B0604020202020204" pitchFamily="34" charset="0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dirty="0"/>
              <a:t>Title goes here</a:t>
            </a:r>
            <a:br>
              <a:rPr lang="en-US" dirty="0"/>
            </a:br>
            <a:r>
              <a:rPr lang="en-US" dirty="0"/>
              <a:t>and here and here</a:t>
            </a:r>
            <a:endParaRPr lang="de-DE" sz="3600" kern="0" dirty="0" err="1">
              <a:ea typeface="72 Brand" pitchFamily="34" charset="-128"/>
              <a:cs typeface="72 Brand" pitchFamily="34" charset="-128"/>
            </a:endParaRPr>
          </a:p>
        </p:txBody>
      </p:sp>
      <p:pic>
        <p:nvPicPr>
          <p:cNvPr id="18" name="Image 1" descr="preencoded.png">
            <a:extLst>
              <a:ext uri="{FF2B5EF4-FFF2-40B4-BE49-F238E27FC236}">
                <a16:creationId xmlns:a16="http://schemas.microsoft.com/office/drawing/2014/main" id="{8CDC0F09-263D-29E7-D374-16F5252D45B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2188"/>
          <a:stretch/>
        </p:blipFill>
        <p:spPr>
          <a:xfrm>
            <a:off x="7175500" y="0"/>
            <a:ext cx="4313404" cy="1647915"/>
          </a:xfrm>
          <a:prstGeom prst="rect">
            <a:avLst/>
          </a:prstGeom>
        </p:spPr>
      </p:pic>
      <p:pic>
        <p:nvPicPr>
          <p:cNvPr id="19" name="Image 1" descr="preencoded.png">
            <a:extLst>
              <a:ext uri="{FF2B5EF4-FFF2-40B4-BE49-F238E27FC236}">
                <a16:creationId xmlns:a16="http://schemas.microsoft.com/office/drawing/2014/main" id="{DC385859-B9B6-B3C8-F173-ECEB2422A16C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175500" y="2385967"/>
            <a:ext cx="4313404" cy="2117815"/>
          </a:xfrm>
          <a:prstGeom prst="rect">
            <a:avLst/>
          </a:prstGeom>
        </p:spPr>
      </p:pic>
      <p:pic>
        <p:nvPicPr>
          <p:cNvPr id="20" name="Image 1" descr="preencoded.png">
            <a:extLst>
              <a:ext uri="{FF2B5EF4-FFF2-40B4-BE49-F238E27FC236}">
                <a16:creationId xmlns:a16="http://schemas.microsoft.com/office/drawing/2014/main" id="{087266D6-22F1-A496-6B1F-14CEDC804997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 b="23687"/>
          <a:stretch/>
        </p:blipFill>
        <p:spPr>
          <a:xfrm>
            <a:off x="7175500" y="5241835"/>
            <a:ext cx="4313404" cy="1616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04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701">
          <p15:clr>
            <a:srgbClr val="FBAE40"/>
          </p15:clr>
        </p15:guide>
        <p15:guide id="3" orient="horz" pos="2688">
          <p15:clr>
            <a:srgbClr val="FBAE40"/>
          </p15:clr>
        </p15:guide>
        <p15:guide id="4" orient="horz" pos="2341">
          <p15:clr>
            <a:srgbClr val="FBAE40"/>
          </p15:clr>
        </p15:guide>
        <p15:guide id="5" orient="horz" pos="2999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F">
    <p:bg>
      <p:bgPr>
        <a:solidFill>
          <a:srgbClr val="D1E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/>
          <p:cNvSpPr>
            <a:spLocks noGrp="1"/>
          </p:cNvSpPr>
          <p:nvPr userDrawn="1">
            <p:ph type="title" hasCustomPrompt="1"/>
          </p:nvPr>
        </p:nvSpPr>
        <p:spPr>
          <a:xfrm>
            <a:off x="503239" y="2706317"/>
            <a:ext cx="5129700" cy="997196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3600" b="0" i="0">
                <a:solidFill>
                  <a:schemeClr val="tx1"/>
                </a:solidFill>
                <a:latin typeface="72 Brand Medium" panose="020B0504030603020204" pitchFamily="34" charset="0"/>
                <a:cs typeface="Arial" panose="020B0604020202020204" pitchFamily="34" charset="0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dirty="0"/>
              <a:t>Title goes here</a:t>
            </a:r>
            <a:br>
              <a:rPr lang="en-US" dirty="0"/>
            </a:br>
            <a:r>
              <a:rPr lang="en-US" dirty="0"/>
              <a:t>and here and here</a:t>
            </a:r>
            <a:endParaRPr lang="de-DE" sz="3600" kern="0" dirty="0" err="1"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5" name="Freeform 139">
            <a:extLst>
              <a:ext uri="{FF2B5EF4-FFF2-40B4-BE49-F238E27FC236}">
                <a16:creationId xmlns:a16="http://schemas.microsoft.com/office/drawing/2014/main" id="{FA0F61C1-1CC3-1F5A-18B8-8E26514F6688}"/>
              </a:ext>
            </a:extLst>
          </p:cNvPr>
          <p:cNvSpPr>
            <a:spLocks noChangeAspect="1"/>
          </p:cNvSpPr>
          <p:nvPr userDrawn="1"/>
        </p:nvSpPr>
        <p:spPr>
          <a:xfrm>
            <a:off x="5970588" y="1931313"/>
            <a:ext cx="5660044" cy="2829600"/>
          </a:xfrm>
          <a:custGeom>
            <a:avLst/>
            <a:gdLst>
              <a:gd name="connsiteX0" fmla="*/ 3258914 w 3582451"/>
              <a:gd name="connsiteY0" fmla="*/ 133987 h 1790958"/>
              <a:gd name="connsiteX1" fmla="*/ 1735702 w 3582451"/>
              <a:gd name="connsiteY1" fmla="*/ 1656971 h 1790958"/>
              <a:gd name="connsiteX2" fmla="*/ 134007 w 3582451"/>
              <a:gd name="connsiteY2" fmla="*/ 1656971 h 1790958"/>
              <a:gd name="connsiteX3" fmla="*/ 134007 w 3582451"/>
              <a:gd name="connsiteY3" fmla="*/ 133987 h 1790958"/>
              <a:gd name="connsiteX4" fmla="*/ 3258914 w 3582451"/>
              <a:gd name="connsiteY4" fmla="*/ 133987 h 1790958"/>
              <a:gd name="connsiteX5" fmla="*/ 3582451 w 3582451"/>
              <a:gd name="connsiteY5" fmla="*/ 0 h 1790958"/>
              <a:gd name="connsiteX6" fmla="*/ 0 w 3582451"/>
              <a:gd name="connsiteY6" fmla="*/ 0 h 1790958"/>
              <a:gd name="connsiteX7" fmla="*/ 0 w 3582451"/>
              <a:gd name="connsiteY7" fmla="*/ 1790958 h 1790958"/>
              <a:gd name="connsiteX8" fmla="*/ 1791226 w 3582451"/>
              <a:gd name="connsiteY8" fmla="*/ 1790958 h 1790958"/>
              <a:gd name="connsiteX9" fmla="*/ 3582451 w 3582451"/>
              <a:gd name="connsiteY9" fmla="*/ 0 h 1790958"/>
              <a:gd name="connsiteX10" fmla="*/ 3582451 w 3582451"/>
              <a:gd name="connsiteY10" fmla="*/ 0 h 1790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582451" h="1790958">
                <a:moveTo>
                  <a:pt x="3258914" y="133987"/>
                </a:moveTo>
                <a:lnTo>
                  <a:pt x="1735702" y="1656971"/>
                </a:lnTo>
                <a:lnTo>
                  <a:pt x="134007" y="1656971"/>
                </a:lnTo>
                <a:lnTo>
                  <a:pt x="134007" y="133987"/>
                </a:lnTo>
                <a:lnTo>
                  <a:pt x="3258914" y="133987"/>
                </a:lnTo>
                <a:moveTo>
                  <a:pt x="3582451" y="0"/>
                </a:moveTo>
                <a:lnTo>
                  <a:pt x="0" y="0"/>
                </a:lnTo>
                <a:lnTo>
                  <a:pt x="0" y="1790958"/>
                </a:lnTo>
                <a:lnTo>
                  <a:pt x="1791226" y="1790958"/>
                </a:lnTo>
                <a:lnTo>
                  <a:pt x="3582451" y="0"/>
                </a:lnTo>
                <a:lnTo>
                  <a:pt x="3582451" y="0"/>
                </a:lnTo>
                <a:close/>
              </a:path>
            </a:pathLst>
          </a:custGeom>
          <a:solidFill>
            <a:srgbClr val="1B90FF"/>
          </a:solidFill>
          <a:ln w="4467" cap="flat">
            <a:noFill/>
            <a:prstDash val="solid"/>
            <a:miter/>
          </a:ln>
        </p:spPr>
        <p:txBody>
          <a:bodyPr rtlCol="0" anchor="ctr"/>
          <a:lstStyle/>
          <a:p>
            <a:pPr defTabSz="1088654"/>
            <a:endParaRPr lang="en-US" sz="2100">
              <a:solidFill>
                <a:srgbClr val="000000"/>
              </a:solidFill>
              <a:latin typeface="72 Brand" panose="020B0504030603020204" pitchFamily="34" charset="0"/>
            </a:endParaRPr>
          </a:p>
        </p:txBody>
      </p:sp>
      <p:pic>
        <p:nvPicPr>
          <p:cNvPr id="1531233735" name="LogoBlack-Dynamic" descr="{&quot;templafy&quot;:{&quot;id&quot;:&quot;29fc773d-9785-4baf-82c9-2cd70983f7fb&quot;}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00" y="504000"/>
            <a:ext cx="1706219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8445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701">
          <p15:clr>
            <a:srgbClr val="FBAE40"/>
          </p15:clr>
        </p15:guide>
        <p15:guide id="3" orient="horz" pos="2688">
          <p15:clr>
            <a:srgbClr val="FBAE40"/>
          </p15:clr>
        </p15:guide>
        <p15:guide id="4" orient="horz" pos="2341">
          <p15:clr>
            <a:srgbClr val="FBAE40"/>
          </p15:clr>
        </p15:guide>
        <p15:guide id="5" orient="horz" pos="299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/>
          <p:cNvSpPr>
            <a:spLocks noGrp="1"/>
          </p:cNvSpPr>
          <p:nvPr userDrawn="1">
            <p:ph type="title" hasCustomPrompt="1"/>
          </p:nvPr>
        </p:nvSpPr>
        <p:spPr>
          <a:xfrm>
            <a:off x="503238" y="2706317"/>
            <a:ext cx="5100393" cy="997196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3600" b="0" i="0">
                <a:solidFill>
                  <a:schemeClr val="tx1"/>
                </a:solidFill>
                <a:latin typeface="72 Brand Medium" panose="020B0504030603020204" pitchFamily="34" charset="0"/>
                <a:cs typeface="Arial" panose="020B0604020202020204" pitchFamily="34" charset="0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dirty="0"/>
              <a:t>Title goes here</a:t>
            </a:r>
            <a:br>
              <a:rPr lang="en-US" dirty="0"/>
            </a:br>
            <a:r>
              <a:rPr lang="en-US" dirty="0"/>
              <a:t>and here and here</a:t>
            </a:r>
            <a:endParaRPr lang="de-DE" sz="3600" kern="0" dirty="0" err="1">
              <a:ea typeface="72 Brand" pitchFamily="34" charset="-128"/>
              <a:cs typeface="72 Brand" pitchFamily="34" charset="-128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E45A13C-829D-1987-9534-F97491F0C5F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70588" y="1931313"/>
            <a:ext cx="5685160" cy="2829600"/>
          </a:xfrm>
          <a:prstGeom prst="rect">
            <a:avLst/>
          </a:prstGeom>
        </p:spPr>
      </p:pic>
      <p:pic>
        <p:nvPicPr>
          <p:cNvPr id="714536340" name="LogoBlue-Dynamic" descr="{&quot;templafy&quot;:{&quot;id&quot;:&quot;ec5d34d3-2736-4f9b-bde1-9e06debdc622&quot;}}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00" y="504000"/>
            <a:ext cx="1709244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8134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701">
          <p15:clr>
            <a:srgbClr val="FBAE40"/>
          </p15:clr>
        </p15:guide>
        <p15:guide id="3" orient="horz" pos="2688">
          <p15:clr>
            <a:srgbClr val="FBAE40"/>
          </p15:clr>
        </p15:guide>
        <p15:guide id="4" orient="horz" pos="2341">
          <p15:clr>
            <a:srgbClr val="FBAE40"/>
          </p15:clr>
        </p15:guide>
        <p15:guide id="5" orient="horz" pos="2999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H">
    <p:bg>
      <p:bgPr>
        <a:solidFill>
          <a:srgbClr val="D1E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729E6C33-847C-5792-E2BD-5963C662EC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3239" y="2706317"/>
            <a:ext cx="5112116" cy="997196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3600" b="0" i="0">
                <a:solidFill>
                  <a:schemeClr val="tx1"/>
                </a:solidFill>
                <a:latin typeface="72 Brand Medium" panose="020B0504030603020204" pitchFamily="34" charset="0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dirty="0"/>
              <a:t>Title goes here</a:t>
            </a:r>
            <a:br>
              <a:rPr lang="en-US" dirty="0"/>
            </a:br>
            <a:r>
              <a:rPr lang="en-US" dirty="0"/>
              <a:t>and here and here</a:t>
            </a:r>
            <a:endParaRPr lang="de-DE" sz="3600" kern="0" dirty="0" err="1"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14" name="Picture Placeholder 5">
            <a:extLst>
              <a:ext uri="{FF2B5EF4-FFF2-40B4-BE49-F238E27FC236}">
                <a16:creationId xmlns:a16="http://schemas.microsoft.com/office/drawing/2014/main" id="{D2BFABF1-DD81-F2D4-FD65-DBCD6636029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980250" y="1932069"/>
            <a:ext cx="5711687" cy="2828844"/>
          </a:xfrm>
          <a:custGeom>
            <a:avLst/>
            <a:gdLst>
              <a:gd name="connsiteX0" fmla="*/ 0 w 5453062"/>
              <a:gd name="connsiteY0" fmla="*/ 0 h 2700337"/>
              <a:gd name="connsiteX1" fmla="*/ 5453062 w 5453062"/>
              <a:gd name="connsiteY1" fmla="*/ 0 h 2700337"/>
              <a:gd name="connsiteX2" fmla="*/ 5453062 w 5453062"/>
              <a:gd name="connsiteY2" fmla="*/ 2700337 h 2700337"/>
              <a:gd name="connsiteX3" fmla="*/ 0 w 5453062"/>
              <a:gd name="connsiteY3" fmla="*/ 2700337 h 2700337"/>
              <a:gd name="connsiteX4" fmla="*/ 0 w 5453062"/>
              <a:gd name="connsiteY4" fmla="*/ 0 h 2700337"/>
              <a:gd name="connsiteX0" fmla="*/ 0 w 5453062"/>
              <a:gd name="connsiteY0" fmla="*/ 0 h 2758526"/>
              <a:gd name="connsiteX1" fmla="*/ 5453062 w 5453062"/>
              <a:gd name="connsiteY1" fmla="*/ 0 h 2758526"/>
              <a:gd name="connsiteX2" fmla="*/ 2751426 w 5453062"/>
              <a:gd name="connsiteY2" fmla="*/ 2758526 h 2758526"/>
              <a:gd name="connsiteX3" fmla="*/ 0 w 5453062"/>
              <a:gd name="connsiteY3" fmla="*/ 2700337 h 2758526"/>
              <a:gd name="connsiteX4" fmla="*/ 0 w 5453062"/>
              <a:gd name="connsiteY4" fmla="*/ 0 h 2758526"/>
              <a:gd name="connsiteX0" fmla="*/ 0 w 5453062"/>
              <a:gd name="connsiteY0" fmla="*/ 0 h 2700337"/>
              <a:gd name="connsiteX1" fmla="*/ 5453062 w 5453062"/>
              <a:gd name="connsiteY1" fmla="*/ 0 h 2700337"/>
              <a:gd name="connsiteX2" fmla="*/ 2726487 w 5453062"/>
              <a:gd name="connsiteY2" fmla="*/ 2700336 h 2700337"/>
              <a:gd name="connsiteX3" fmla="*/ 0 w 5453062"/>
              <a:gd name="connsiteY3" fmla="*/ 2700337 h 2700337"/>
              <a:gd name="connsiteX4" fmla="*/ 0 w 5453062"/>
              <a:gd name="connsiteY4" fmla="*/ 0 h 2700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53062" h="2700337">
                <a:moveTo>
                  <a:pt x="0" y="0"/>
                </a:moveTo>
                <a:lnTo>
                  <a:pt x="5453062" y="0"/>
                </a:lnTo>
                <a:lnTo>
                  <a:pt x="2726487" y="2700336"/>
                </a:lnTo>
                <a:lnTo>
                  <a:pt x="0" y="2700337"/>
                </a:lnTo>
                <a:lnTo>
                  <a:pt x="0" y="0"/>
                </a:lnTo>
                <a:close/>
              </a:path>
            </a:pathLst>
          </a:custGeom>
          <a:solidFill>
            <a:srgbClr val="1B90FF"/>
          </a:solidFill>
        </p:spPr>
        <p:txBody>
          <a:bodyPr anchor="ctr" anchorCtr="0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      Click to add image</a:t>
            </a:r>
          </a:p>
        </p:txBody>
      </p:sp>
      <p:pic>
        <p:nvPicPr>
          <p:cNvPr id="588237112" name="LogoBlack-Dynamic" descr="{&quot;templafy&quot;:{&quot;id&quot;:&quot;6a2ad435-f360-4282-b19f-3938b8e530c2&quot;}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00" y="504000"/>
            <a:ext cx="1706219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9978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701" userDrawn="1">
          <p15:clr>
            <a:srgbClr val="FBAE40"/>
          </p15:clr>
        </p15:guide>
        <p15:guide id="3" orient="horz" pos="2688">
          <p15:clr>
            <a:srgbClr val="FBAE40"/>
          </p15:clr>
        </p15:guide>
        <p15:guide id="4" orient="horz" pos="2341">
          <p15:clr>
            <a:srgbClr val="FBAE40"/>
          </p15:clr>
        </p15:guide>
        <p15:guide id="5" orient="horz" pos="2999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I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3238" y="4024430"/>
            <a:ext cx="11187112" cy="997196"/>
          </a:xfrm>
        </p:spPr>
        <p:txBody>
          <a:bodyPr vert="horz" wrap="square" lIns="0" tIns="0" rIns="0" bIns="0" rtlCol="0">
            <a:noAutofit/>
          </a:bodyPr>
          <a:lstStyle>
            <a:lvl1pPr>
              <a:lnSpc>
                <a:spcPct val="90000"/>
              </a:lnSpc>
              <a:defRPr lang="de-DE" sz="3600" b="0" i="0" dirty="0">
                <a:latin typeface="72 Brand Medium" panose="020B0504030603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Title goes here</a:t>
            </a:r>
            <a:br>
              <a:rPr lang="en-US" dirty="0"/>
            </a:br>
            <a:r>
              <a:rPr lang="en-US" dirty="0"/>
              <a:t>and here and here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FA78832-C268-4EC5-BB82-7F9D7F5B51B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-1"/>
            <a:ext cx="12195175" cy="3430800"/>
          </a:xfrm>
        </p:spPr>
        <p:txBody>
          <a:bodyPr anchor="ctr" anchorCtr="0"/>
          <a:lstStyle>
            <a:lvl1pPr marL="0" marR="0" indent="0" algn="ctr" defTabSz="1088558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lvl1pPr>
          </a:lstStyle>
          <a:p>
            <a:pPr marL="0" marR="0" lvl="0" indent="0" algn="ctr" defTabSz="1088558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pic>
        <p:nvPicPr>
          <p:cNvPr id="1393625293" name="LogoBlue-Dynamic" descr="{&quot;templafy&quot;:{&quot;id&quot;:&quot;f2d18eeb-7213-4501-b0eb-4746b2344c68&quot;}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00" y="5998166"/>
            <a:ext cx="1709244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38505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3" orient="horz" pos="2162">
          <p15:clr>
            <a:srgbClr val="FBAE40"/>
          </p15:clr>
        </p15:guide>
        <p15:guide id="5" orient="horz" pos="2534">
          <p15:clr>
            <a:srgbClr val="FBAE40"/>
          </p15:clr>
        </p15:guide>
        <p15:guide id="6" orient="horz" pos="3164">
          <p15:clr>
            <a:srgbClr val="FBAE40"/>
          </p15:clr>
        </p15:guide>
        <p15:guide id="7" orient="horz" pos="3232">
          <p15:clr>
            <a:srgbClr val="FBAE40"/>
          </p15:clr>
        </p15:guide>
        <p15:guide id="8" orient="horz" pos="3543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J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3238" y="4024430"/>
            <a:ext cx="10683936" cy="997196"/>
          </a:xfrm>
        </p:spPr>
        <p:txBody>
          <a:bodyPr vert="horz" wrap="square" lIns="0" tIns="0" rIns="0" bIns="0" rtlCol="0">
            <a:noAutofit/>
          </a:bodyPr>
          <a:lstStyle>
            <a:lvl1pPr>
              <a:lnSpc>
                <a:spcPct val="90000"/>
              </a:lnSpc>
              <a:defRPr lang="de-DE" sz="3600" b="0" i="0" dirty="0">
                <a:latin typeface="72 Brand Medium" panose="020B0504030603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Title goes here</a:t>
            </a:r>
            <a:br>
              <a:rPr lang="en-GB" dirty="0"/>
            </a:br>
            <a:r>
              <a:rPr lang="en-GB" dirty="0"/>
              <a:t>and here and here</a:t>
            </a:r>
            <a:endParaRPr lang="en-US" dirty="0"/>
          </a:p>
        </p:txBody>
      </p:sp>
      <p:pic>
        <p:nvPicPr>
          <p:cNvPr id="1838035863" name="LogoBlue-Dynamic" descr="{&quot;templafy&quot;:{&quot;id&quot;:&quot;818cac13-a078-477f-a7cb-08774ce796c0&quot;}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00" y="5997600"/>
            <a:ext cx="1709244" cy="360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2A511F2-AB36-486F-DD38-75D70E7966D1}"/>
              </a:ext>
            </a:extLst>
          </p:cNvPr>
          <p:cNvSpPr/>
          <p:nvPr userDrawn="1"/>
        </p:nvSpPr>
        <p:spPr bwMode="gray">
          <a:xfrm>
            <a:off x="0" y="-1"/>
            <a:ext cx="12195175" cy="3429001"/>
          </a:xfrm>
          <a:prstGeom prst="rect">
            <a:avLst/>
          </a:prstGeom>
          <a:solidFill>
            <a:srgbClr val="002A86"/>
          </a:solidFill>
          <a:ln w="28575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DE" sz="1400" b="0" i="0" u="none" strike="noStrike" kern="0" cap="none" spc="0" normalizeH="0" baseline="0" noProof="0" dirty="0" err="1">
              <a:ln>
                <a:noFill/>
              </a:ln>
              <a:effectLst/>
              <a:uLnTx/>
              <a:uFillTx/>
              <a:latin typeface="+mn-lt"/>
              <a:ea typeface="72 Brand" pitchFamily="34" charset="-128"/>
              <a:cs typeface="72 Brand" pitchFamily="34" charset="-128"/>
            </a:endParaRPr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F499F4C9-2427-3F8A-52CC-B08C56B79E1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610894" y="503238"/>
            <a:ext cx="4085806" cy="2006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3214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3" orient="horz" pos="2162">
          <p15:clr>
            <a:srgbClr val="FBAE40"/>
          </p15:clr>
        </p15:guide>
        <p15:guide id="5" orient="horz" pos="2534">
          <p15:clr>
            <a:srgbClr val="FBAE40"/>
          </p15:clr>
        </p15:guide>
        <p15:guide id="6" orient="horz" pos="3164">
          <p15:clr>
            <a:srgbClr val="FBAE40"/>
          </p15:clr>
        </p15:guide>
        <p15:guide id="7" orient="horz" pos="3232">
          <p15:clr>
            <a:srgbClr val="FBAE40"/>
          </p15:clr>
        </p15:guide>
        <p15:guide id="8" orient="horz" pos="3543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K">
    <p:bg>
      <p:bgPr>
        <a:solidFill>
          <a:srgbClr val="1B9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729E6C33-847C-5792-E2BD-5963C662EC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3238" y="2706317"/>
            <a:ext cx="6134326" cy="997196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3600" b="0" i="0">
                <a:solidFill>
                  <a:schemeClr val="bg1"/>
                </a:solidFill>
                <a:latin typeface="72 Brand Medium" panose="020B0504030603020204" pitchFamily="34" charset="0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dirty="0"/>
              <a:t>Title goes here</a:t>
            </a:r>
            <a:br>
              <a:rPr lang="en-US" dirty="0"/>
            </a:br>
            <a:r>
              <a:rPr lang="en-US" dirty="0"/>
              <a:t>and here and here</a:t>
            </a:r>
            <a:endParaRPr lang="de-DE" sz="3600" kern="0" dirty="0" err="1">
              <a:ea typeface="72 Brand" pitchFamily="34" charset="-128"/>
              <a:cs typeface="72 Brand" pitchFamily="34" charset="-128"/>
            </a:endParaRPr>
          </a:p>
        </p:txBody>
      </p:sp>
      <p:pic>
        <p:nvPicPr>
          <p:cNvPr id="985740486" name="LogoWhite-Dynamic" descr="{&quot;templafy&quot;:{&quot;id&quot;:&quot;4891e6fc-5fdd-43ef-8f92-cf8d3b9b0810&quot;}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00" y="504000"/>
            <a:ext cx="1706219" cy="360000"/>
          </a:xfrm>
          <a:prstGeom prst="rect">
            <a:avLst/>
          </a:prstGeom>
        </p:spPr>
      </p:pic>
      <p:sp>
        <p:nvSpPr>
          <p:cNvPr id="4" name="Free-form: Shape 3">
            <a:extLst>
              <a:ext uri="{FF2B5EF4-FFF2-40B4-BE49-F238E27FC236}">
                <a16:creationId xmlns:a16="http://schemas.microsoft.com/office/drawing/2014/main" id="{DE5B3AD0-1D89-347D-1FDC-8F83FFF6F994}"/>
              </a:ext>
            </a:extLst>
          </p:cNvPr>
          <p:cNvSpPr/>
          <p:nvPr userDrawn="1"/>
        </p:nvSpPr>
        <p:spPr bwMode="gray">
          <a:xfrm>
            <a:off x="6923314" y="0"/>
            <a:ext cx="5271861" cy="6858000"/>
          </a:xfrm>
          <a:custGeom>
            <a:avLst/>
            <a:gdLst>
              <a:gd name="connsiteX0" fmla="*/ 4527845 w 5271861"/>
              <a:gd name="connsiteY0" fmla="*/ 6407328 h 6858000"/>
              <a:gd name="connsiteX1" fmla="*/ 4527845 w 5271861"/>
              <a:gd name="connsiteY1" fmla="*/ 6579564 h 6858000"/>
              <a:gd name="connsiteX2" fmla="*/ 4716336 w 5271861"/>
              <a:gd name="connsiteY2" fmla="*/ 6579564 h 6858000"/>
              <a:gd name="connsiteX3" fmla="*/ 4898746 w 5271861"/>
              <a:gd name="connsiteY3" fmla="*/ 6407328 h 6858000"/>
              <a:gd name="connsiteX4" fmla="*/ 3485857 w 5271861"/>
              <a:gd name="connsiteY4" fmla="*/ 6407328 h 6858000"/>
              <a:gd name="connsiteX5" fmla="*/ 3485857 w 5271861"/>
              <a:gd name="connsiteY5" fmla="*/ 6579564 h 6858000"/>
              <a:gd name="connsiteX6" fmla="*/ 3674348 w 5271861"/>
              <a:gd name="connsiteY6" fmla="*/ 6579564 h 6858000"/>
              <a:gd name="connsiteX7" fmla="*/ 3856758 w 5271861"/>
              <a:gd name="connsiteY7" fmla="*/ 6407328 h 6858000"/>
              <a:gd name="connsiteX8" fmla="*/ 2443870 w 5271861"/>
              <a:gd name="connsiteY8" fmla="*/ 6407328 h 6858000"/>
              <a:gd name="connsiteX9" fmla="*/ 2443870 w 5271861"/>
              <a:gd name="connsiteY9" fmla="*/ 6579564 h 6858000"/>
              <a:gd name="connsiteX10" fmla="*/ 2635134 w 5271861"/>
              <a:gd name="connsiteY10" fmla="*/ 6579564 h 6858000"/>
              <a:gd name="connsiteX11" fmla="*/ 2820227 w 5271861"/>
              <a:gd name="connsiteY11" fmla="*/ 6407328 h 6858000"/>
              <a:gd name="connsiteX12" fmla="*/ 1407336 w 5271861"/>
              <a:gd name="connsiteY12" fmla="*/ 6407328 h 6858000"/>
              <a:gd name="connsiteX13" fmla="*/ 1407336 w 5271861"/>
              <a:gd name="connsiteY13" fmla="*/ 6579564 h 6858000"/>
              <a:gd name="connsiteX14" fmla="*/ 1595827 w 5271861"/>
              <a:gd name="connsiteY14" fmla="*/ 6579564 h 6858000"/>
              <a:gd name="connsiteX15" fmla="*/ 1778237 w 5271861"/>
              <a:gd name="connsiteY15" fmla="*/ 6407328 h 6858000"/>
              <a:gd name="connsiteX16" fmla="*/ 365348 w 5271861"/>
              <a:gd name="connsiteY16" fmla="*/ 6407328 h 6858000"/>
              <a:gd name="connsiteX17" fmla="*/ 365348 w 5271861"/>
              <a:gd name="connsiteY17" fmla="*/ 6579564 h 6858000"/>
              <a:gd name="connsiteX18" fmla="*/ 553839 w 5271861"/>
              <a:gd name="connsiteY18" fmla="*/ 6579564 h 6858000"/>
              <a:gd name="connsiteX19" fmla="*/ 736249 w 5271861"/>
              <a:gd name="connsiteY19" fmla="*/ 6407328 h 6858000"/>
              <a:gd name="connsiteX20" fmla="*/ 4527845 w 5271861"/>
              <a:gd name="connsiteY20" fmla="*/ 5635335 h 6858000"/>
              <a:gd name="connsiteX21" fmla="*/ 4527845 w 5271861"/>
              <a:gd name="connsiteY21" fmla="*/ 5807571 h 6858000"/>
              <a:gd name="connsiteX22" fmla="*/ 4716336 w 5271861"/>
              <a:gd name="connsiteY22" fmla="*/ 5807571 h 6858000"/>
              <a:gd name="connsiteX23" fmla="*/ 4898746 w 5271861"/>
              <a:gd name="connsiteY23" fmla="*/ 5635335 h 6858000"/>
              <a:gd name="connsiteX24" fmla="*/ 3485857 w 5271861"/>
              <a:gd name="connsiteY24" fmla="*/ 5635335 h 6858000"/>
              <a:gd name="connsiteX25" fmla="*/ 3485857 w 5271861"/>
              <a:gd name="connsiteY25" fmla="*/ 5807571 h 6858000"/>
              <a:gd name="connsiteX26" fmla="*/ 3674348 w 5271861"/>
              <a:gd name="connsiteY26" fmla="*/ 5807571 h 6858000"/>
              <a:gd name="connsiteX27" fmla="*/ 3856758 w 5271861"/>
              <a:gd name="connsiteY27" fmla="*/ 5635335 h 6858000"/>
              <a:gd name="connsiteX28" fmla="*/ 2443870 w 5271861"/>
              <a:gd name="connsiteY28" fmla="*/ 5635335 h 6858000"/>
              <a:gd name="connsiteX29" fmla="*/ 2443870 w 5271861"/>
              <a:gd name="connsiteY29" fmla="*/ 5807571 h 6858000"/>
              <a:gd name="connsiteX30" fmla="*/ 2635134 w 5271861"/>
              <a:gd name="connsiteY30" fmla="*/ 5807571 h 6858000"/>
              <a:gd name="connsiteX31" fmla="*/ 2820227 w 5271861"/>
              <a:gd name="connsiteY31" fmla="*/ 5635335 h 6858000"/>
              <a:gd name="connsiteX32" fmla="*/ 1407336 w 5271861"/>
              <a:gd name="connsiteY32" fmla="*/ 5635335 h 6858000"/>
              <a:gd name="connsiteX33" fmla="*/ 1407336 w 5271861"/>
              <a:gd name="connsiteY33" fmla="*/ 5807571 h 6858000"/>
              <a:gd name="connsiteX34" fmla="*/ 1595827 w 5271861"/>
              <a:gd name="connsiteY34" fmla="*/ 5807571 h 6858000"/>
              <a:gd name="connsiteX35" fmla="*/ 1778237 w 5271861"/>
              <a:gd name="connsiteY35" fmla="*/ 5635335 h 6858000"/>
              <a:gd name="connsiteX36" fmla="*/ 365348 w 5271861"/>
              <a:gd name="connsiteY36" fmla="*/ 5635335 h 6858000"/>
              <a:gd name="connsiteX37" fmla="*/ 365348 w 5271861"/>
              <a:gd name="connsiteY37" fmla="*/ 5807571 h 6858000"/>
              <a:gd name="connsiteX38" fmla="*/ 553839 w 5271861"/>
              <a:gd name="connsiteY38" fmla="*/ 5807571 h 6858000"/>
              <a:gd name="connsiteX39" fmla="*/ 736249 w 5271861"/>
              <a:gd name="connsiteY39" fmla="*/ 5635335 h 6858000"/>
              <a:gd name="connsiteX40" fmla="*/ 4527845 w 5271861"/>
              <a:gd name="connsiteY40" fmla="*/ 4869722 h 6858000"/>
              <a:gd name="connsiteX41" fmla="*/ 4527845 w 5271861"/>
              <a:gd name="connsiteY41" fmla="*/ 5041958 h 6858000"/>
              <a:gd name="connsiteX42" fmla="*/ 4716336 w 5271861"/>
              <a:gd name="connsiteY42" fmla="*/ 5041958 h 6858000"/>
              <a:gd name="connsiteX43" fmla="*/ 4898746 w 5271861"/>
              <a:gd name="connsiteY43" fmla="*/ 4869722 h 6858000"/>
              <a:gd name="connsiteX44" fmla="*/ 3485857 w 5271861"/>
              <a:gd name="connsiteY44" fmla="*/ 4869722 h 6858000"/>
              <a:gd name="connsiteX45" fmla="*/ 3485857 w 5271861"/>
              <a:gd name="connsiteY45" fmla="*/ 5041958 h 6858000"/>
              <a:gd name="connsiteX46" fmla="*/ 3674348 w 5271861"/>
              <a:gd name="connsiteY46" fmla="*/ 5041958 h 6858000"/>
              <a:gd name="connsiteX47" fmla="*/ 3856758 w 5271861"/>
              <a:gd name="connsiteY47" fmla="*/ 4869722 h 6858000"/>
              <a:gd name="connsiteX48" fmla="*/ 2443870 w 5271861"/>
              <a:gd name="connsiteY48" fmla="*/ 4869722 h 6858000"/>
              <a:gd name="connsiteX49" fmla="*/ 2443870 w 5271861"/>
              <a:gd name="connsiteY49" fmla="*/ 5041958 h 6858000"/>
              <a:gd name="connsiteX50" fmla="*/ 2635134 w 5271861"/>
              <a:gd name="connsiteY50" fmla="*/ 5041958 h 6858000"/>
              <a:gd name="connsiteX51" fmla="*/ 2820227 w 5271861"/>
              <a:gd name="connsiteY51" fmla="*/ 4869722 h 6858000"/>
              <a:gd name="connsiteX52" fmla="*/ 1407336 w 5271861"/>
              <a:gd name="connsiteY52" fmla="*/ 4869722 h 6858000"/>
              <a:gd name="connsiteX53" fmla="*/ 1407336 w 5271861"/>
              <a:gd name="connsiteY53" fmla="*/ 5041958 h 6858000"/>
              <a:gd name="connsiteX54" fmla="*/ 1595827 w 5271861"/>
              <a:gd name="connsiteY54" fmla="*/ 5041958 h 6858000"/>
              <a:gd name="connsiteX55" fmla="*/ 1778237 w 5271861"/>
              <a:gd name="connsiteY55" fmla="*/ 4869722 h 6858000"/>
              <a:gd name="connsiteX56" fmla="*/ 365348 w 5271861"/>
              <a:gd name="connsiteY56" fmla="*/ 4869722 h 6858000"/>
              <a:gd name="connsiteX57" fmla="*/ 365348 w 5271861"/>
              <a:gd name="connsiteY57" fmla="*/ 5041958 h 6858000"/>
              <a:gd name="connsiteX58" fmla="*/ 553839 w 5271861"/>
              <a:gd name="connsiteY58" fmla="*/ 5041958 h 6858000"/>
              <a:gd name="connsiteX59" fmla="*/ 736249 w 5271861"/>
              <a:gd name="connsiteY59" fmla="*/ 4869722 h 6858000"/>
              <a:gd name="connsiteX60" fmla="*/ 4527845 w 5271861"/>
              <a:gd name="connsiteY60" fmla="*/ 4097728 h 6858000"/>
              <a:gd name="connsiteX61" fmla="*/ 4527845 w 5271861"/>
              <a:gd name="connsiteY61" fmla="*/ 4269964 h 6858000"/>
              <a:gd name="connsiteX62" fmla="*/ 4716336 w 5271861"/>
              <a:gd name="connsiteY62" fmla="*/ 4269964 h 6858000"/>
              <a:gd name="connsiteX63" fmla="*/ 4898746 w 5271861"/>
              <a:gd name="connsiteY63" fmla="*/ 4097728 h 6858000"/>
              <a:gd name="connsiteX64" fmla="*/ 3485857 w 5271861"/>
              <a:gd name="connsiteY64" fmla="*/ 4097728 h 6858000"/>
              <a:gd name="connsiteX65" fmla="*/ 3485857 w 5271861"/>
              <a:gd name="connsiteY65" fmla="*/ 4269964 h 6858000"/>
              <a:gd name="connsiteX66" fmla="*/ 3674348 w 5271861"/>
              <a:gd name="connsiteY66" fmla="*/ 4269964 h 6858000"/>
              <a:gd name="connsiteX67" fmla="*/ 3856758 w 5271861"/>
              <a:gd name="connsiteY67" fmla="*/ 4097728 h 6858000"/>
              <a:gd name="connsiteX68" fmla="*/ 2443870 w 5271861"/>
              <a:gd name="connsiteY68" fmla="*/ 4097728 h 6858000"/>
              <a:gd name="connsiteX69" fmla="*/ 2443870 w 5271861"/>
              <a:gd name="connsiteY69" fmla="*/ 4269964 h 6858000"/>
              <a:gd name="connsiteX70" fmla="*/ 2635134 w 5271861"/>
              <a:gd name="connsiteY70" fmla="*/ 4269964 h 6858000"/>
              <a:gd name="connsiteX71" fmla="*/ 2820227 w 5271861"/>
              <a:gd name="connsiteY71" fmla="*/ 4097728 h 6858000"/>
              <a:gd name="connsiteX72" fmla="*/ 1407336 w 5271861"/>
              <a:gd name="connsiteY72" fmla="*/ 4097728 h 6858000"/>
              <a:gd name="connsiteX73" fmla="*/ 1407336 w 5271861"/>
              <a:gd name="connsiteY73" fmla="*/ 4269964 h 6858000"/>
              <a:gd name="connsiteX74" fmla="*/ 1595827 w 5271861"/>
              <a:gd name="connsiteY74" fmla="*/ 4269964 h 6858000"/>
              <a:gd name="connsiteX75" fmla="*/ 1778237 w 5271861"/>
              <a:gd name="connsiteY75" fmla="*/ 4097728 h 6858000"/>
              <a:gd name="connsiteX76" fmla="*/ 365348 w 5271861"/>
              <a:gd name="connsiteY76" fmla="*/ 4097728 h 6858000"/>
              <a:gd name="connsiteX77" fmla="*/ 365348 w 5271861"/>
              <a:gd name="connsiteY77" fmla="*/ 4269964 h 6858000"/>
              <a:gd name="connsiteX78" fmla="*/ 553839 w 5271861"/>
              <a:gd name="connsiteY78" fmla="*/ 4269964 h 6858000"/>
              <a:gd name="connsiteX79" fmla="*/ 736249 w 5271861"/>
              <a:gd name="connsiteY79" fmla="*/ 4097728 h 6858000"/>
              <a:gd name="connsiteX80" fmla="*/ 4527847 w 5271861"/>
              <a:gd name="connsiteY80" fmla="*/ 3332115 h 6858000"/>
              <a:gd name="connsiteX81" fmla="*/ 4527847 w 5271861"/>
              <a:gd name="connsiteY81" fmla="*/ 3497972 h 6858000"/>
              <a:gd name="connsiteX82" fmla="*/ 4716338 w 5271861"/>
              <a:gd name="connsiteY82" fmla="*/ 3497972 h 6858000"/>
              <a:gd name="connsiteX83" fmla="*/ 4898750 w 5271861"/>
              <a:gd name="connsiteY83" fmla="*/ 3332115 h 6858000"/>
              <a:gd name="connsiteX84" fmla="*/ 3485859 w 5271861"/>
              <a:gd name="connsiteY84" fmla="*/ 3332115 h 6858000"/>
              <a:gd name="connsiteX85" fmla="*/ 3485859 w 5271861"/>
              <a:gd name="connsiteY85" fmla="*/ 3497972 h 6858000"/>
              <a:gd name="connsiteX86" fmla="*/ 3674350 w 5271861"/>
              <a:gd name="connsiteY86" fmla="*/ 3497972 h 6858000"/>
              <a:gd name="connsiteX87" fmla="*/ 3856762 w 5271861"/>
              <a:gd name="connsiteY87" fmla="*/ 3332115 h 6858000"/>
              <a:gd name="connsiteX88" fmla="*/ 2443871 w 5271861"/>
              <a:gd name="connsiteY88" fmla="*/ 3332115 h 6858000"/>
              <a:gd name="connsiteX89" fmla="*/ 2443871 w 5271861"/>
              <a:gd name="connsiteY89" fmla="*/ 3497972 h 6858000"/>
              <a:gd name="connsiteX90" fmla="*/ 2635134 w 5271861"/>
              <a:gd name="connsiteY90" fmla="*/ 3497972 h 6858000"/>
              <a:gd name="connsiteX91" fmla="*/ 2820228 w 5271861"/>
              <a:gd name="connsiteY91" fmla="*/ 3332115 h 6858000"/>
              <a:gd name="connsiteX92" fmla="*/ 1407338 w 5271861"/>
              <a:gd name="connsiteY92" fmla="*/ 3332115 h 6858000"/>
              <a:gd name="connsiteX93" fmla="*/ 1407338 w 5271861"/>
              <a:gd name="connsiteY93" fmla="*/ 3497972 h 6858000"/>
              <a:gd name="connsiteX94" fmla="*/ 1595829 w 5271861"/>
              <a:gd name="connsiteY94" fmla="*/ 3497972 h 6858000"/>
              <a:gd name="connsiteX95" fmla="*/ 1778241 w 5271861"/>
              <a:gd name="connsiteY95" fmla="*/ 3332115 h 6858000"/>
              <a:gd name="connsiteX96" fmla="*/ 365350 w 5271861"/>
              <a:gd name="connsiteY96" fmla="*/ 3332115 h 6858000"/>
              <a:gd name="connsiteX97" fmla="*/ 365350 w 5271861"/>
              <a:gd name="connsiteY97" fmla="*/ 3497972 h 6858000"/>
              <a:gd name="connsiteX98" fmla="*/ 553841 w 5271861"/>
              <a:gd name="connsiteY98" fmla="*/ 3497972 h 6858000"/>
              <a:gd name="connsiteX99" fmla="*/ 736253 w 5271861"/>
              <a:gd name="connsiteY99" fmla="*/ 3332115 h 6858000"/>
              <a:gd name="connsiteX100" fmla="*/ 4527845 w 5271861"/>
              <a:gd name="connsiteY100" fmla="*/ 2560122 h 6858000"/>
              <a:gd name="connsiteX101" fmla="*/ 4527845 w 5271861"/>
              <a:gd name="connsiteY101" fmla="*/ 2732358 h 6858000"/>
              <a:gd name="connsiteX102" fmla="*/ 4716336 w 5271861"/>
              <a:gd name="connsiteY102" fmla="*/ 2732358 h 6858000"/>
              <a:gd name="connsiteX103" fmla="*/ 4898746 w 5271861"/>
              <a:gd name="connsiteY103" fmla="*/ 2560122 h 6858000"/>
              <a:gd name="connsiteX104" fmla="*/ 3485857 w 5271861"/>
              <a:gd name="connsiteY104" fmla="*/ 2560122 h 6858000"/>
              <a:gd name="connsiteX105" fmla="*/ 3485857 w 5271861"/>
              <a:gd name="connsiteY105" fmla="*/ 2732358 h 6858000"/>
              <a:gd name="connsiteX106" fmla="*/ 3674348 w 5271861"/>
              <a:gd name="connsiteY106" fmla="*/ 2732358 h 6858000"/>
              <a:gd name="connsiteX107" fmla="*/ 3856758 w 5271861"/>
              <a:gd name="connsiteY107" fmla="*/ 2560122 h 6858000"/>
              <a:gd name="connsiteX108" fmla="*/ 2443870 w 5271861"/>
              <a:gd name="connsiteY108" fmla="*/ 2560122 h 6858000"/>
              <a:gd name="connsiteX109" fmla="*/ 2443870 w 5271861"/>
              <a:gd name="connsiteY109" fmla="*/ 2732358 h 6858000"/>
              <a:gd name="connsiteX110" fmla="*/ 2635134 w 5271861"/>
              <a:gd name="connsiteY110" fmla="*/ 2732358 h 6858000"/>
              <a:gd name="connsiteX111" fmla="*/ 2820227 w 5271861"/>
              <a:gd name="connsiteY111" fmla="*/ 2560122 h 6858000"/>
              <a:gd name="connsiteX112" fmla="*/ 1407336 w 5271861"/>
              <a:gd name="connsiteY112" fmla="*/ 2560122 h 6858000"/>
              <a:gd name="connsiteX113" fmla="*/ 1407336 w 5271861"/>
              <a:gd name="connsiteY113" fmla="*/ 2732358 h 6858000"/>
              <a:gd name="connsiteX114" fmla="*/ 1595827 w 5271861"/>
              <a:gd name="connsiteY114" fmla="*/ 2732358 h 6858000"/>
              <a:gd name="connsiteX115" fmla="*/ 1778237 w 5271861"/>
              <a:gd name="connsiteY115" fmla="*/ 2560122 h 6858000"/>
              <a:gd name="connsiteX116" fmla="*/ 365348 w 5271861"/>
              <a:gd name="connsiteY116" fmla="*/ 2560122 h 6858000"/>
              <a:gd name="connsiteX117" fmla="*/ 365348 w 5271861"/>
              <a:gd name="connsiteY117" fmla="*/ 2732357 h 6858000"/>
              <a:gd name="connsiteX118" fmla="*/ 553839 w 5271861"/>
              <a:gd name="connsiteY118" fmla="*/ 2732357 h 6858000"/>
              <a:gd name="connsiteX119" fmla="*/ 736249 w 5271861"/>
              <a:gd name="connsiteY119" fmla="*/ 2560122 h 6858000"/>
              <a:gd name="connsiteX120" fmla="*/ 4527845 w 5271861"/>
              <a:gd name="connsiteY120" fmla="*/ 1788129 h 6858000"/>
              <a:gd name="connsiteX121" fmla="*/ 4527845 w 5271861"/>
              <a:gd name="connsiteY121" fmla="*/ 1960365 h 6858000"/>
              <a:gd name="connsiteX122" fmla="*/ 4716336 w 5271861"/>
              <a:gd name="connsiteY122" fmla="*/ 1960365 h 6858000"/>
              <a:gd name="connsiteX123" fmla="*/ 4898746 w 5271861"/>
              <a:gd name="connsiteY123" fmla="*/ 1788129 h 6858000"/>
              <a:gd name="connsiteX124" fmla="*/ 3485857 w 5271861"/>
              <a:gd name="connsiteY124" fmla="*/ 1788129 h 6858000"/>
              <a:gd name="connsiteX125" fmla="*/ 3485857 w 5271861"/>
              <a:gd name="connsiteY125" fmla="*/ 1960365 h 6858000"/>
              <a:gd name="connsiteX126" fmla="*/ 3674348 w 5271861"/>
              <a:gd name="connsiteY126" fmla="*/ 1960365 h 6858000"/>
              <a:gd name="connsiteX127" fmla="*/ 3856758 w 5271861"/>
              <a:gd name="connsiteY127" fmla="*/ 1788129 h 6858000"/>
              <a:gd name="connsiteX128" fmla="*/ 2443870 w 5271861"/>
              <a:gd name="connsiteY128" fmla="*/ 1788129 h 6858000"/>
              <a:gd name="connsiteX129" fmla="*/ 2443870 w 5271861"/>
              <a:gd name="connsiteY129" fmla="*/ 1960365 h 6858000"/>
              <a:gd name="connsiteX130" fmla="*/ 2635134 w 5271861"/>
              <a:gd name="connsiteY130" fmla="*/ 1960365 h 6858000"/>
              <a:gd name="connsiteX131" fmla="*/ 2820227 w 5271861"/>
              <a:gd name="connsiteY131" fmla="*/ 1788129 h 6858000"/>
              <a:gd name="connsiteX132" fmla="*/ 1407336 w 5271861"/>
              <a:gd name="connsiteY132" fmla="*/ 1788129 h 6858000"/>
              <a:gd name="connsiteX133" fmla="*/ 1407336 w 5271861"/>
              <a:gd name="connsiteY133" fmla="*/ 1960365 h 6858000"/>
              <a:gd name="connsiteX134" fmla="*/ 1595827 w 5271861"/>
              <a:gd name="connsiteY134" fmla="*/ 1960365 h 6858000"/>
              <a:gd name="connsiteX135" fmla="*/ 1778237 w 5271861"/>
              <a:gd name="connsiteY135" fmla="*/ 1788129 h 6858000"/>
              <a:gd name="connsiteX136" fmla="*/ 365348 w 5271861"/>
              <a:gd name="connsiteY136" fmla="*/ 1788128 h 6858000"/>
              <a:gd name="connsiteX137" fmla="*/ 365348 w 5271861"/>
              <a:gd name="connsiteY137" fmla="*/ 1960364 h 6858000"/>
              <a:gd name="connsiteX138" fmla="*/ 553839 w 5271861"/>
              <a:gd name="connsiteY138" fmla="*/ 1960364 h 6858000"/>
              <a:gd name="connsiteX139" fmla="*/ 736249 w 5271861"/>
              <a:gd name="connsiteY139" fmla="*/ 1788128 h 6858000"/>
              <a:gd name="connsiteX140" fmla="*/ 4527845 w 5271861"/>
              <a:gd name="connsiteY140" fmla="*/ 1022516 h 6858000"/>
              <a:gd name="connsiteX141" fmla="*/ 4527845 w 5271861"/>
              <a:gd name="connsiteY141" fmla="*/ 1194753 h 6858000"/>
              <a:gd name="connsiteX142" fmla="*/ 4716336 w 5271861"/>
              <a:gd name="connsiteY142" fmla="*/ 1194753 h 6858000"/>
              <a:gd name="connsiteX143" fmla="*/ 4898746 w 5271861"/>
              <a:gd name="connsiteY143" fmla="*/ 1022516 h 6858000"/>
              <a:gd name="connsiteX144" fmla="*/ 3485857 w 5271861"/>
              <a:gd name="connsiteY144" fmla="*/ 1022516 h 6858000"/>
              <a:gd name="connsiteX145" fmla="*/ 3485857 w 5271861"/>
              <a:gd name="connsiteY145" fmla="*/ 1194753 h 6858000"/>
              <a:gd name="connsiteX146" fmla="*/ 3674348 w 5271861"/>
              <a:gd name="connsiteY146" fmla="*/ 1194753 h 6858000"/>
              <a:gd name="connsiteX147" fmla="*/ 3856758 w 5271861"/>
              <a:gd name="connsiteY147" fmla="*/ 1022516 h 6858000"/>
              <a:gd name="connsiteX148" fmla="*/ 2443870 w 5271861"/>
              <a:gd name="connsiteY148" fmla="*/ 1022516 h 6858000"/>
              <a:gd name="connsiteX149" fmla="*/ 2443870 w 5271861"/>
              <a:gd name="connsiteY149" fmla="*/ 1194753 h 6858000"/>
              <a:gd name="connsiteX150" fmla="*/ 2635134 w 5271861"/>
              <a:gd name="connsiteY150" fmla="*/ 1194753 h 6858000"/>
              <a:gd name="connsiteX151" fmla="*/ 2820227 w 5271861"/>
              <a:gd name="connsiteY151" fmla="*/ 1022516 h 6858000"/>
              <a:gd name="connsiteX152" fmla="*/ 1407336 w 5271861"/>
              <a:gd name="connsiteY152" fmla="*/ 1022516 h 6858000"/>
              <a:gd name="connsiteX153" fmla="*/ 1407336 w 5271861"/>
              <a:gd name="connsiteY153" fmla="*/ 1194753 h 6858000"/>
              <a:gd name="connsiteX154" fmla="*/ 1595827 w 5271861"/>
              <a:gd name="connsiteY154" fmla="*/ 1194753 h 6858000"/>
              <a:gd name="connsiteX155" fmla="*/ 1778237 w 5271861"/>
              <a:gd name="connsiteY155" fmla="*/ 1022516 h 6858000"/>
              <a:gd name="connsiteX156" fmla="*/ 365348 w 5271861"/>
              <a:gd name="connsiteY156" fmla="*/ 1022515 h 6858000"/>
              <a:gd name="connsiteX157" fmla="*/ 365348 w 5271861"/>
              <a:gd name="connsiteY157" fmla="*/ 1194751 h 6858000"/>
              <a:gd name="connsiteX158" fmla="*/ 553839 w 5271861"/>
              <a:gd name="connsiteY158" fmla="*/ 1194751 h 6858000"/>
              <a:gd name="connsiteX159" fmla="*/ 736249 w 5271861"/>
              <a:gd name="connsiteY159" fmla="*/ 1022515 h 6858000"/>
              <a:gd name="connsiteX160" fmla="*/ 4527845 w 5271861"/>
              <a:gd name="connsiteY160" fmla="*/ 250524 h 6858000"/>
              <a:gd name="connsiteX161" fmla="*/ 4527845 w 5271861"/>
              <a:gd name="connsiteY161" fmla="*/ 422759 h 6858000"/>
              <a:gd name="connsiteX162" fmla="*/ 4716336 w 5271861"/>
              <a:gd name="connsiteY162" fmla="*/ 422759 h 6858000"/>
              <a:gd name="connsiteX163" fmla="*/ 4898746 w 5271861"/>
              <a:gd name="connsiteY163" fmla="*/ 250524 h 6858000"/>
              <a:gd name="connsiteX164" fmla="*/ 3485857 w 5271861"/>
              <a:gd name="connsiteY164" fmla="*/ 250524 h 6858000"/>
              <a:gd name="connsiteX165" fmla="*/ 3485857 w 5271861"/>
              <a:gd name="connsiteY165" fmla="*/ 422759 h 6858000"/>
              <a:gd name="connsiteX166" fmla="*/ 3674348 w 5271861"/>
              <a:gd name="connsiteY166" fmla="*/ 422759 h 6858000"/>
              <a:gd name="connsiteX167" fmla="*/ 3856758 w 5271861"/>
              <a:gd name="connsiteY167" fmla="*/ 250524 h 6858000"/>
              <a:gd name="connsiteX168" fmla="*/ 2443870 w 5271861"/>
              <a:gd name="connsiteY168" fmla="*/ 250524 h 6858000"/>
              <a:gd name="connsiteX169" fmla="*/ 2443870 w 5271861"/>
              <a:gd name="connsiteY169" fmla="*/ 422759 h 6858000"/>
              <a:gd name="connsiteX170" fmla="*/ 2635134 w 5271861"/>
              <a:gd name="connsiteY170" fmla="*/ 422759 h 6858000"/>
              <a:gd name="connsiteX171" fmla="*/ 2820227 w 5271861"/>
              <a:gd name="connsiteY171" fmla="*/ 250524 h 6858000"/>
              <a:gd name="connsiteX172" fmla="*/ 1407336 w 5271861"/>
              <a:gd name="connsiteY172" fmla="*/ 250524 h 6858000"/>
              <a:gd name="connsiteX173" fmla="*/ 1407336 w 5271861"/>
              <a:gd name="connsiteY173" fmla="*/ 422759 h 6858000"/>
              <a:gd name="connsiteX174" fmla="*/ 1595827 w 5271861"/>
              <a:gd name="connsiteY174" fmla="*/ 422759 h 6858000"/>
              <a:gd name="connsiteX175" fmla="*/ 1778237 w 5271861"/>
              <a:gd name="connsiteY175" fmla="*/ 250524 h 6858000"/>
              <a:gd name="connsiteX176" fmla="*/ 365348 w 5271861"/>
              <a:gd name="connsiteY176" fmla="*/ 250522 h 6858000"/>
              <a:gd name="connsiteX177" fmla="*/ 365348 w 5271861"/>
              <a:gd name="connsiteY177" fmla="*/ 422758 h 6858000"/>
              <a:gd name="connsiteX178" fmla="*/ 553839 w 5271861"/>
              <a:gd name="connsiteY178" fmla="*/ 422758 h 6858000"/>
              <a:gd name="connsiteX179" fmla="*/ 736249 w 5271861"/>
              <a:gd name="connsiteY179" fmla="*/ 250522 h 6858000"/>
              <a:gd name="connsiteX180" fmla="*/ 0 w 5271861"/>
              <a:gd name="connsiteY180" fmla="*/ 0 h 6858000"/>
              <a:gd name="connsiteX181" fmla="*/ 4923065 w 5271861"/>
              <a:gd name="connsiteY181" fmla="*/ 0 h 6858000"/>
              <a:gd name="connsiteX182" fmla="*/ 5092917 w 5271861"/>
              <a:gd name="connsiteY182" fmla="*/ 0 h 6858000"/>
              <a:gd name="connsiteX183" fmla="*/ 5271861 w 5271861"/>
              <a:gd name="connsiteY183" fmla="*/ 0 h 6858000"/>
              <a:gd name="connsiteX184" fmla="*/ 5271861 w 5271861"/>
              <a:gd name="connsiteY184" fmla="*/ 6858000 h 6858000"/>
              <a:gd name="connsiteX185" fmla="*/ 5092917 w 5271861"/>
              <a:gd name="connsiteY185" fmla="*/ 6858000 h 6858000"/>
              <a:gd name="connsiteX186" fmla="*/ 4923065 w 5271861"/>
              <a:gd name="connsiteY186" fmla="*/ 6858000 h 6858000"/>
              <a:gd name="connsiteX187" fmla="*/ 0 w 5271861"/>
              <a:gd name="connsiteY18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5271861" h="6858000">
                <a:moveTo>
                  <a:pt x="4527845" y="6407328"/>
                </a:moveTo>
                <a:lnTo>
                  <a:pt x="4527845" y="6579564"/>
                </a:lnTo>
                <a:lnTo>
                  <a:pt x="4716336" y="6579564"/>
                </a:lnTo>
                <a:lnTo>
                  <a:pt x="4898746" y="6407328"/>
                </a:lnTo>
                <a:close/>
                <a:moveTo>
                  <a:pt x="3485857" y="6407328"/>
                </a:moveTo>
                <a:lnTo>
                  <a:pt x="3485857" y="6579564"/>
                </a:lnTo>
                <a:lnTo>
                  <a:pt x="3674348" y="6579564"/>
                </a:lnTo>
                <a:lnTo>
                  <a:pt x="3856758" y="6407328"/>
                </a:lnTo>
                <a:close/>
                <a:moveTo>
                  <a:pt x="2443870" y="6407328"/>
                </a:moveTo>
                <a:lnTo>
                  <a:pt x="2443870" y="6579564"/>
                </a:lnTo>
                <a:lnTo>
                  <a:pt x="2635134" y="6579564"/>
                </a:lnTo>
                <a:lnTo>
                  <a:pt x="2820227" y="6407328"/>
                </a:lnTo>
                <a:close/>
                <a:moveTo>
                  <a:pt x="1407336" y="6407328"/>
                </a:moveTo>
                <a:lnTo>
                  <a:pt x="1407336" y="6579564"/>
                </a:lnTo>
                <a:lnTo>
                  <a:pt x="1595827" y="6579564"/>
                </a:lnTo>
                <a:lnTo>
                  <a:pt x="1778237" y="6407328"/>
                </a:lnTo>
                <a:close/>
                <a:moveTo>
                  <a:pt x="365348" y="6407328"/>
                </a:moveTo>
                <a:lnTo>
                  <a:pt x="365348" y="6579564"/>
                </a:lnTo>
                <a:lnTo>
                  <a:pt x="553839" y="6579564"/>
                </a:lnTo>
                <a:lnTo>
                  <a:pt x="736249" y="6407328"/>
                </a:lnTo>
                <a:close/>
                <a:moveTo>
                  <a:pt x="4527845" y="5635335"/>
                </a:moveTo>
                <a:lnTo>
                  <a:pt x="4527845" y="5807571"/>
                </a:lnTo>
                <a:lnTo>
                  <a:pt x="4716336" y="5807571"/>
                </a:lnTo>
                <a:lnTo>
                  <a:pt x="4898746" y="5635335"/>
                </a:lnTo>
                <a:close/>
                <a:moveTo>
                  <a:pt x="3485857" y="5635335"/>
                </a:moveTo>
                <a:lnTo>
                  <a:pt x="3485857" y="5807571"/>
                </a:lnTo>
                <a:lnTo>
                  <a:pt x="3674348" y="5807571"/>
                </a:lnTo>
                <a:lnTo>
                  <a:pt x="3856758" y="5635335"/>
                </a:lnTo>
                <a:close/>
                <a:moveTo>
                  <a:pt x="2443870" y="5635335"/>
                </a:moveTo>
                <a:lnTo>
                  <a:pt x="2443870" y="5807571"/>
                </a:lnTo>
                <a:lnTo>
                  <a:pt x="2635134" y="5807571"/>
                </a:lnTo>
                <a:lnTo>
                  <a:pt x="2820227" y="5635335"/>
                </a:lnTo>
                <a:close/>
                <a:moveTo>
                  <a:pt x="1407336" y="5635335"/>
                </a:moveTo>
                <a:lnTo>
                  <a:pt x="1407336" y="5807571"/>
                </a:lnTo>
                <a:lnTo>
                  <a:pt x="1595827" y="5807571"/>
                </a:lnTo>
                <a:lnTo>
                  <a:pt x="1778237" y="5635335"/>
                </a:lnTo>
                <a:close/>
                <a:moveTo>
                  <a:pt x="365348" y="5635335"/>
                </a:moveTo>
                <a:lnTo>
                  <a:pt x="365348" y="5807571"/>
                </a:lnTo>
                <a:lnTo>
                  <a:pt x="553839" y="5807571"/>
                </a:lnTo>
                <a:lnTo>
                  <a:pt x="736249" y="5635335"/>
                </a:lnTo>
                <a:close/>
                <a:moveTo>
                  <a:pt x="4527845" y="4869722"/>
                </a:moveTo>
                <a:lnTo>
                  <a:pt x="4527845" y="5041958"/>
                </a:lnTo>
                <a:lnTo>
                  <a:pt x="4716336" y="5041958"/>
                </a:lnTo>
                <a:lnTo>
                  <a:pt x="4898746" y="4869722"/>
                </a:lnTo>
                <a:close/>
                <a:moveTo>
                  <a:pt x="3485857" y="4869722"/>
                </a:moveTo>
                <a:lnTo>
                  <a:pt x="3485857" y="5041958"/>
                </a:lnTo>
                <a:lnTo>
                  <a:pt x="3674348" y="5041958"/>
                </a:lnTo>
                <a:lnTo>
                  <a:pt x="3856758" y="4869722"/>
                </a:lnTo>
                <a:close/>
                <a:moveTo>
                  <a:pt x="2443870" y="4869722"/>
                </a:moveTo>
                <a:lnTo>
                  <a:pt x="2443870" y="5041958"/>
                </a:lnTo>
                <a:lnTo>
                  <a:pt x="2635134" y="5041958"/>
                </a:lnTo>
                <a:lnTo>
                  <a:pt x="2820227" y="4869722"/>
                </a:lnTo>
                <a:close/>
                <a:moveTo>
                  <a:pt x="1407336" y="4869722"/>
                </a:moveTo>
                <a:lnTo>
                  <a:pt x="1407336" y="5041958"/>
                </a:lnTo>
                <a:lnTo>
                  <a:pt x="1595827" y="5041958"/>
                </a:lnTo>
                <a:lnTo>
                  <a:pt x="1778237" y="4869722"/>
                </a:lnTo>
                <a:close/>
                <a:moveTo>
                  <a:pt x="365348" y="4869722"/>
                </a:moveTo>
                <a:lnTo>
                  <a:pt x="365348" y="5041958"/>
                </a:lnTo>
                <a:lnTo>
                  <a:pt x="553839" y="5041958"/>
                </a:lnTo>
                <a:lnTo>
                  <a:pt x="736249" y="4869722"/>
                </a:lnTo>
                <a:close/>
                <a:moveTo>
                  <a:pt x="4527845" y="4097728"/>
                </a:moveTo>
                <a:lnTo>
                  <a:pt x="4527845" y="4269964"/>
                </a:lnTo>
                <a:lnTo>
                  <a:pt x="4716336" y="4269964"/>
                </a:lnTo>
                <a:lnTo>
                  <a:pt x="4898746" y="4097728"/>
                </a:lnTo>
                <a:close/>
                <a:moveTo>
                  <a:pt x="3485857" y="4097728"/>
                </a:moveTo>
                <a:lnTo>
                  <a:pt x="3485857" y="4269964"/>
                </a:lnTo>
                <a:lnTo>
                  <a:pt x="3674348" y="4269964"/>
                </a:lnTo>
                <a:lnTo>
                  <a:pt x="3856758" y="4097728"/>
                </a:lnTo>
                <a:close/>
                <a:moveTo>
                  <a:pt x="2443870" y="4097728"/>
                </a:moveTo>
                <a:lnTo>
                  <a:pt x="2443870" y="4269964"/>
                </a:lnTo>
                <a:lnTo>
                  <a:pt x="2635134" y="4269964"/>
                </a:lnTo>
                <a:lnTo>
                  <a:pt x="2820227" y="4097728"/>
                </a:lnTo>
                <a:close/>
                <a:moveTo>
                  <a:pt x="1407336" y="4097728"/>
                </a:moveTo>
                <a:lnTo>
                  <a:pt x="1407336" y="4269964"/>
                </a:lnTo>
                <a:lnTo>
                  <a:pt x="1595827" y="4269964"/>
                </a:lnTo>
                <a:lnTo>
                  <a:pt x="1778237" y="4097728"/>
                </a:lnTo>
                <a:close/>
                <a:moveTo>
                  <a:pt x="365348" y="4097728"/>
                </a:moveTo>
                <a:lnTo>
                  <a:pt x="365348" y="4269964"/>
                </a:lnTo>
                <a:lnTo>
                  <a:pt x="553839" y="4269964"/>
                </a:lnTo>
                <a:lnTo>
                  <a:pt x="736249" y="4097728"/>
                </a:lnTo>
                <a:close/>
                <a:moveTo>
                  <a:pt x="4527847" y="3332115"/>
                </a:moveTo>
                <a:lnTo>
                  <a:pt x="4527847" y="3497972"/>
                </a:lnTo>
                <a:lnTo>
                  <a:pt x="4716338" y="3497972"/>
                </a:lnTo>
                <a:lnTo>
                  <a:pt x="4898750" y="3332115"/>
                </a:lnTo>
                <a:close/>
                <a:moveTo>
                  <a:pt x="3485859" y="3332115"/>
                </a:moveTo>
                <a:lnTo>
                  <a:pt x="3485859" y="3497972"/>
                </a:lnTo>
                <a:lnTo>
                  <a:pt x="3674350" y="3497972"/>
                </a:lnTo>
                <a:lnTo>
                  <a:pt x="3856762" y="3332115"/>
                </a:lnTo>
                <a:close/>
                <a:moveTo>
                  <a:pt x="2443871" y="3332115"/>
                </a:moveTo>
                <a:lnTo>
                  <a:pt x="2443871" y="3497972"/>
                </a:lnTo>
                <a:lnTo>
                  <a:pt x="2635134" y="3497972"/>
                </a:lnTo>
                <a:lnTo>
                  <a:pt x="2820228" y="3332115"/>
                </a:lnTo>
                <a:close/>
                <a:moveTo>
                  <a:pt x="1407338" y="3332115"/>
                </a:moveTo>
                <a:lnTo>
                  <a:pt x="1407338" y="3497972"/>
                </a:lnTo>
                <a:lnTo>
                  <a:pt x="1595829" y="3497972"/>
                </a:lnTo>
                <a:lnTo>
                  <a:pt x="1778241" y="3332115"/>
                </a:lnTo>
                <a:close/>
                <a:moveTo>
                  <a:pt x="365350" y="3332115"/>
                </a:moveTo>
                <a:lnTo>
                  <a:pt x="365350" y="3497972"/>
                </a:lnTo>
                <a:lnTo>
                  <a:pt x="553841" y="3497972"/>
                </a:lnTo>
                <a:lnTo>
                  <a:pt x="736253" y="3332115"/>
                </a:lnTo>
                <a:close/>
                <a:moveTo>
                  <a:pt x="4527845" y="2560122"/>
                </a:moveTo>
                <a:lnTo>
                  <a:pt x="4527845" y="2732358"/>
                </a:lnTo>
                <a:lnTo>
                  <a:pt x="4716336" y="2732358"/>
                </a:lnTo>
                <a:lnTo>
                  <a:pt x="4898746" y="2560122"/>
                </a:lnTo>
                <a:close/>
                <a:moveTo>
                  <a:pt x="3485857" y="2560122"/>
                </a:moveTo>
                <a:lnTo>
                  <a:pt x="3485857" y="2732358"/>
                </a:lnTo>
                <a:lnTo>
                  <a:pt x="3674348" y="2732358"/>
                </a:lnTo>
                <a:lnTo>
                  <a:pt x="3856758" y="2560122"/>
                </a:lnTo>
                <a:close/>
                <a:moveTo>
                  <a:pt x="2443870" y="2560122"/>
                </a:moveTo>
                <a:lnTo>
                  <a:pt x="2443870" y="2732358"/>
                </a:lnTo>
                <a:lnTo>
                  <a:pt x="2635134" y="2732358"/>
                </a:lnTo>
                <a:lnTo>
                  <a:pt x="2820227" y="2560122"/>
                </a:lnTo>
                <a:close/>
                <a:moveTo>
                  <a:pt x="1407336" y="2560122"/>
                </a:moveTo>
                <a:lnTo>
                  <a:pt x="1407336" y="2732358"/>
                </a:lnTo>
                <a:lnTo>
                  <a:pt x="1595827" y="2732358"/>
                </a:lnTo>
                <a:lnTo>
                  <a:pt x="1778237" y="2560122"/>
                </a:lnTo>
                <a:close/>
                <a:moveTo>
                  <a:pt x="365348" y="2560122"/>
                </a:moveTo>
                <a:lnTo>
                  <a:pt x="365348" y="2732357"/>
                </a:lnTo>
                <a:lnTo>
                  <a:pt x="553839" y="2732357"/>
                </a:lnTo>
                <a:lnTo>
                  <a:pt x="736249" y="2560122"/>
                </a:lnTo>
                <a:close/>
                <a:moveTo>
                  <a:pt x="4527845" y="1788129"/>
                </a:moveTo>
                <a:lnTo>
                  <a:pt x="4527845" y="1960365"/>
                </a:lnTo>
                <a:lnTo>
                  <a:pt x="4716336" y="1960365"/>
                </a:lnTo>
                <a:lnTo>
                  <a:pt x="4898746" y="1788129"/>
                </a:lnTo>
                <a:close/>
                <a:moveTo>
                  <a:pt x="3485857" y="1788129"/>
                </a:moveTo>
                <a:lnTo>
                  <a:pt x="3485857" y="1960365"/>
                </a:lnTo>
                <a:lnTo>
                  <a:pt x="3674348" y="1960365"/>
                </a:lnTo>
                <a:lnTo>
                  <a:pt x="3856758" y="1788129"/>
                </a:lnTo>
                <a:close/>
                <a:moveTo>
                  <a:pt x="2443870" y="1788129"/>
                </a:moveTo>
                <a:lnTo>
                  <a:pt x="2443870" y="1960365"/>
                </a:lnTo>
                <a:lnTo>
                  <a:pt x="2635134" y="1960365"/>
                </a:lnTo>
                <a:lnTo>
                  <a:pt x="2820227" y="1788129"/>
                </a:lnTo>
                <a:close/>
                <a:moveTo>
                  <a:pt x="1407336" y="1788129"/>
                </a:moveTo>
                <a:lnTo>
                  <a:pt x="1407336" y="1960365"/>
                </a:lnTo>
                <a:lnTo>
                  <a:pt x="1595827" y="1960365"/>
                </a:lnTo>
                <a:lnTo>
                  <a:pt x="1778237" y="1788129"/>
                </a:lnTo>
                <a:close/>
                <a:moveTo>
                  <a:pt x="365348" y="1788128"/>
                </a:moveTo>
                <a:lnTo>
                  <a:pt x="365348" y="1960364"/>
                </a:lnTo>
                <a:lnTo>
                  <a:pt x="553839" y="1960364"/>
                </a:lnTo>
                <a:lnTo>
                  <a:pt x="736249" y="1788128"/>
                </a:lnTo>
                <a:close/>
                <a:moveTo>
                  <a:pt x="4527845" y="1022516"/>
                </a:moveTo>
                <a:lnTo>
                  <a:pt x="4527845" y="1194753"/>
                </a:lnTo>
                <a:lnTo>
                  <a:pt x="4716336" y="1194753"/>
                </a:lnTo>
                <a:lnTo>
                  <a:pt x="4898746" y="1022516"/>
                </a:lnTo>
                <a:close/>
                <a:moveTo>
                  <a:pt x="3485857" y="1022516"/>
                </a:moveTo>
                <a:lnTo>
                  <a:pt x="3485857" y="1194753"/>
                </a:lnTo>
                <a:lnTo>
                  <a:pt x="3674348" y="1194753"/>
                </a:lnTo>
                <a:lnTo>
                  <a:pt x="3856758" y="1022516"/>
                </a:lnTo>
                <a:close/>
                <a:moveTo>
                  <a:pt x="2443870" y="1022516"/>
                </a:moveTo>
                <a:lnTo>
                  <a:pt x="2443870" y="1194753"/>
                </a:lnTo>
                <a:lnTo>
                  <a:pt x="2635134" y="1194753"/>
                </a:lnTo>
                <a:lnTo>
                  <a:pt x="2820227" y="1022516"/>
                </a:lnTo>
                <a:close/>
                <a:moveTo>
                  <a:pt x="1407336" y="1022516"/>
                </a:moveTo>
                <a:lnTo>
                  <a:pt x="1407336" y="1194753"/>
                </a:lnTo>
                <a:lnTo>
                  <a:pt x="1595827" y="1194753"/>
                </a:lnTo>
                <a:lnTo>
                  <a:pt x="1778237" y="1022516"/>
                </a:lnTo>
                <a:close/>
                <a:moveTo>
                  <a:pt x="365348" y="1022515"/>
                </a:moveTo>
                <a:lnTo>
                  <a:pt x="365348" y="1194751"/>
                </a:lnTo>
                <a:lnTo>
                  <a:pt x="553839" y="1194751"/>
                </a:lnTo>
                <a:lnTo>
                  <a:pt x="736249" y="1022515"/>
                </a:lnTo>
                <a:close/>
                <a:moveTo>
                  <a:pt x="4527845" y="250524"/>
                </a:moveTo>
                <a:lnTo>
                  <a:pt x="4527845" y="422759"/>
                </a:lnTo>
                <a:lnTo>
                  <a:pt x="4716336" y="422759"/>
                </a:lnTo>
                <a:lnTo>
                  <a:pt x="4898746" y="250524"/>
                </a:lnTo>
                <a:close/>
                <a:moveTo>
                  <a:pt x="3485857" y="250524"/>
                </a:moveTo>
                <a:lnTo>
                  <a:pt x="3485857" y="422759"/>
                </a:lnTo>
                <a:lnTo>
                  <a:pt x="3674348" y="422759"/>
                </a:lnTo>
                <a:lnTo>
                  <a:pt x="3856758" y="250524"/>
                </a:lnTo>
                <a:close/>
                <a:moveTo>
                  <a:pt x="2443870" y="250524"/>
                </a:moveTo>
                <a:lnTo>
                  <a:pt x="2443870" y="422759"/>
                </a:lnTo>
                <a:lnTo>
                  <a:pt x="2635134" y="422759"/>
                </a:lnTo>
                <a:lnTo>
                  <a:pt x="2820227" y="250524"/>
                </a:lnTo>
                <a:close/>
                <a:moveTo>
                  <a:pt x="1407336" y="250524"/>
                </a:moveTo>
                <a:lnTo>
                  <a:pt x="1407336" y="422759"/>
                </a:lnTo>
                <a:lnTo>
                  <a:pt x="1595827" y="422759"/>
                </a:lnTo>
                <a:lnTo>
                  <a:pt x="1778237" y="250524"/>
                </a:lnTo>
                <a:close/>
                <a:moveTo>
                  <a:pt x="365348" y="250522"/>
                </a:moveTo>
                <a:lnTo>
                  <a:pt x="365348" y="422758"/>
                </a:lnTo>
                <a:lnTo>
                  <a:pt x="553839" y="422758"/>
                </a:lnTo>
                <a:lnTo>
                  <a:pt x="736249" y="250522"/>
                </a:lnTo>
                <a:close/>
                <a:moveTo>
                  <a:pt x="0" y="0"/>
                </a:moveTo>
                <a:lnTo>
                  <a:pt x="4923065" y="0"/>
                </a:lnTo>
                <a:lnTo>
                  <a:pt x="5092917" y="0"/>
                </a:lnTo>
                <a:lnTo>
                  <a:pt x="5271861" y="0"/>
                </a:lnTo>
                <a:lnTo>
                  <a:pt x="5271861" y="6858000"/>
                </a:lnTo>
                <a:lnTo>
                  <a:pt x="5092917" y="6858000"/>
                </a:lnTo>
                <a:lnTo>
                  <a:pt x="4923065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9D1FF"/>
          </a:solidFill>
          <a:ln w="28575" algn="ctr">
            <a:noFill/>
            <a:miter lim="800000"/>
            <a:headEnd/>
            <a:tailEnd/>
          </a:ln>
        </p:spPr>
        <p:txBody>
          <a:bodyPr wrap="square" lIns="90000" tIns="72000" rIns="90000" bIns="72000" rtlCol="0" anchor="ctr">
            <a:noAutofit/>
          </a:bodyPr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DE" sz="1400" b="0" i="0" u="none" strike="noStrike" kern="0" cap="none" spc="0" normalizeH="0" baseline="0" noProof="0" dirty="0" err="1">
              <a:ln>
                <a:noFill/>
              </a:ln>
              <a:effectLst/>
              <a:uLnTx/>
              <a:uFillTx/>
              <a:latin typeface="+mn-lt"/>
              <a:ea typeface="72 Brand" pitchFamily="34" charset="-128"/>
              <a:cs typeface="72 Brand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447106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701">
          <p15:clr>
            <a:srgbClr val="FBAE40"/>
          </p15:clr>
        </p15:guide>
        <p15:guide id="3" orient="horz" pos="2688">
          <p15:clr>
            <a:srgbClr val="FBAE40"/>
          </p15:clr>
        </p15:guide>
        <p15:guide id="4" orient="horz" pos="2341">
          <p15:clr>
            <a:srgbClr val="FBAE40"/>
          </p15:clr>
        </p15:guide>
        <p15:guide id="5" orient="horz" pos="2999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L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9">
            <a:extLst>
              <a:ext uri="{FF2B5EF4-FFF2-40B4-BE49-F238E27FC236}">
                <a16:creationId xmlns:a16="http://schemas.microsoft.com/office/drawing/2014/main" id="{50B7529E-B60E-F89E-F314-F04B082CB02E}"/>
              </a:ext>
            </a:extLst>
          </p:cNvPr>
          <p:cNvSpPr/>
          <p:nvPr userDrawn="1"/>
        </p:nvSpPr>
        <p:spPr bwMode="gray">
          <a:xfrm>
            <a:off x="5970588" y="0"/>
            <a:ext cx="6224588" cy="6858000"/>
          </a:xfrm>
          <a:prstGeom prst="rect">
            <a:avLst/>
          </a:prstGeom>
          <a:solidFill>
            <a:srgbClr val="D1EFFF"/>
          </a:solidFill>
          <a:ln w="25400" algn="ctr">
            <a:noFill/>
            <a:miter lim="800000"/>
            <a:headEnd/>
            <a:tailEnd/>
          </a:ln>
          <a:effectLst/>
        </p:spPr>
        <p:txBody>
          <a:bodyPr wrap="none" rtlCol="0" anchor="ctr"/>
          <a:lstStyle/>
          <a:p>
            <a:pPr algn="ctr" defTabSz="1088875"/>
            <a:endParaRPr lang="de-DE" dirty="0">
              <a:noFill/>
              <a:latin typeface="72 Brand" panose="020B0504030603020204" pitchFamily="34" charset="0"/>
            </a:endParaRPr>
          </a:p>
        </p:txBody>
      </p:sp>
      <p:pic>
        <p:nvPicPr>
          <p:cNvPr id="7" name="Image 1" descr="preencoded.png">
            <a:extLst>
              <a:ext uri="{FF2B5EF4-FFF2-40B4-BE49-F238E27FC236}">
                <a16:creationId xmlns:a16="http://schemas.microsoft.com/office/drawing/2014/main" id="{CA462676-FE5D-71FF-7237-1B7F0ADBEC3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930345" y="2227645"/>
            <a:ext cx="4205741" cy="2064955"/>
          </a:xfrm>
          <a:prstGeom prst="rect">
            <a:avLst/>
          </a:prstGeom>
          <a:effectLst>
            <a:outerShdw blurRad="50800" dir="2700000" algn="tl" rotWithShape="0">
              <a:prstClr val="black">
                <a:alpha val="20000"/>
              </a:prstClr>
            </a:outerShdw>
          </a:effectLst>
        </p:spPr>
      </p:pic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504000" y="2706317"/>
            <a:ext cx="5230813" cy="997196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3600" b="0" i="0">
                <a:latin typeface="+mj-lt"/>
                <a:cs typeface="72" panose="020B0503030000000003" pitchFamily="34" charset="0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dirty="0"/>
              <a:t>Title goes here</a:t>
            </a:r>
            <a:br>
              <a:rPr lang="en-US" dirty="0"/>
            </a:br>
            <a:r>
              <a:rPr lang="en-US" dirty="0"/>
              <a:t>and here and here</a:t>
            </a:r>
            <a:endParaRPr lang="de-DE" sz="3600" kern="0" dirty="0">
              <a:ea typeface="72 Brand" pitchFamily="34" charset="-128"/>
              <a:cs typeface="72 Brand" pitchFamily="34" charset="-128"/>
            </a:endParaRPr>
          </a:p>
        </p:txBody>
      </p:sp>
      <p:pic>
        <p:nvPicPr>
          <p:cNvPr id="1380801889" name="LogoBlue-Dynamic" descr="{&quot;templafy&quot;:{&quot;id&quot;:&quot;08529856-8de0-4fae-95cb-d37d20a03882&quot;}}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000" y="504000"/>
            <a:ext cx="1709244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5176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orient="horz" pos="1701">
          <p15:clr>
            <a:srgbClr val="FBAE40"/>
          </p15:clr>
        </p15:guide>
        <p15:guide id="3" orient="horz" pos="2704">
          <p15:clr>
            <a:srgbClr val="FBAE40"/>
          </p15:clr>
        </p15:guide>
        <p15:guide id="4" orient="horz" pos="2334">
          <p15:clr>
            <a:srgbClr val="FBAE40"/>
          </p15:clr>
        </p15:guide>
        <p15:guide id="5" orient="horz" pos="299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genda title"/>
          <p:cNvSpPr>
            <a:spLocks noGrp="1"/>
          </p:cNvSpPr>
          <p:nvPr>
            <p:ph type="title" hasCustomPrompt="1"/>
          </p:nvPr>
        </p:nvSpPr>
        <p:spPr>
          <a:xfrm>
            <a:off x="504000" y="505381"/>
            <a:ext cx="11186476" cy="369332"/>
          </a:xfrm>
        </p:spPr>
        <p:txBody>
          <a:bodyPr/>
          <a:lstStyle>
            <a:lvl1pPr>
              <a:defRPr b="0" i="0">
                <a:latin typeface="72 Brand Medium" panose="020B0504030603020204" pitchFamily="34" charset="0"/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8E82BE2B-69B2-5121-2AA4-8473C53F0CF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4000" y="1548000"/>
            <a:ext cx="11186477" cy="4804619"/>
          </a:xfrm>
        </p:spPr>
        <p:txBody>
          <a:bodyPr/>
          <a:lstStyle>
            <a:lvl1pPr marL="0" indent="0">
              <a:buFont typeface="Arial" panose="020B0604020202020204" pitchFamily="34" charset="0"/>
              <a:buChar char="​"/>
              <a:defRPr lang="en-US" sz="1400" b="0" i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52000">
              <a:defRPr lang="en-US" sz="1400" b="0" i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defRPr/>
            </a:lvl3pPr>
            <a:lvl4pPr marL="252000" indent="-252000">
              <a:defRPr/>
            </a:lvl4pPr>
            <a:lvl5pPr marL="285750" indent="-285750">
              <a:defRPr/>
            </a:lvl5pPr>
            <a:lvl6pPr marL="252000" indent="-252000">
              <a:defRPr/>
            </a:lvl6pPr>
            <a:lvl7pPr marL="171450" indent="-171450">
              <a:defRPr/>
            </a:lvl7pPr>
            <a:lvl8pPr marL="252000" indent="-252000">
              <a:defRPr/>
            </a:lvl8pPr>
            <a:lvl9pPr marL="857250" indent="-857250">
              <a:defRPr/>
            </a:lvl9pPr>
          </a:lstStyle>
          <a:p>
            <a:pPr lvl="0"/>
            <a:r>
              <a:rPr lang="en-US" dirty="0"/>
              <a:t>Agenda Item/Divider Headline</a:t>
            </a:r>
          </a:p>
        </p:txBody>
      </p:sp>
    </p:spTree>
    <p:extLst>
      <p:ext uri="{BB962C8B-B14F-4D97-AF65-F5344CB8AC3E}">
        <p14:creationId xmlns:p14="http://schemas.microsoft.com/office/powerpoint/2010/main" val="18593606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970" userDrawn="1">
          <p15:clr>
            <a:srgbClr val="FBAE40"/>
          </p15:clr>
        </p15:guide>
        <p15:guide id="4" orient="horz" pos="316" userDrawn="1">
          <p15:clr>
            <a:srgbClr val="FBAE40"/>
          </p15:clr>
        </p15:guide>
        <p15:guide id="5" orient="horz" pos="551" userDrawn="1">
          <p15:clr>
            <a:srgbClr val="FBAE40"/>
          </p15:clr>
        </p15:guide>
        <p15:guide id="6" orient="horz" pos="3997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genda title"/>
          <p:cNvSpPr>
            <a:spLocks noGrp="1"/>
          </p:cNvSpPr>
          <p:nvPr>
            <p:ph type="title" hasCustomPrompt="1"/>
          </p:nvPr>
        </p:nvSpPr>
        <p:spPr>
          <a:xfrm>
            <a:off x="504001" y="505381"/>
            <a:ext cx="7373174" cy="369332"/>
          </a:xfrm>
        </p:spPr>
        <p:txBody>
          <a:bodyPr/>
          <a:lstStyle>
            <a:lvl1pPr>
              <a:defRPr b="0" i="0">
                <a:latin typeface="72 Brand Medium" panose="020B0504030603020204" pitchFamily="34" charset="0"/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8E82BE2B-69B2-5121-2AA4-8473C53F0CF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4001" y="1548000"/>
            <a:ext cx="7373174" cy="4805175"/>
          </a:xfrm>
        </p:spPr>
        <p:txBody>
          <a:bodyPr/>
          <a:lstStyle>
            <a:lvl1pPr marL="0" indent="0">
              <a:buFont typeface="Arial" panose="020B0604020202020204" pitchFamily="34" charset="0"/>
              <a:buChar char="​"/>
              <a:defRPr lang="en-US" sz="1400" b="0" i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52000">
              <a:defRPr lang="en-US" sz="1400" b="0" i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defRPr/>
            </a:lvl3pPr>
            <a:lvl4pPr marL="252000" indent="-252000">
              <a:defRPr/>
            </a:lvl4pPr>
            <a:lvl5pPr marL="285750" indent="-285750">
              <a:defRPr/>
            </a:lvl5pPr>
            <a:lvl6pPr marL="252000" indent="-252000">
              <a:defRPr/>
            </a:lvl6pPr>
            <a:lvl7pPr marL="171450" indent="-171450">
              <a:defRPr/>
            </a:lvl7pPr>
            <a:lvl8pPr marL="252000" indent="-252000">
              <a:defRPr/>
            </a:lvl8pPr>
            <a:lvl9pPr marL="857250" indent="-857250">
              <a:defRPr/>
            </a:lvl9pPr>
          </a:lstStyle>
          <a:p>
            <a:pPr lvl="0"/>
            <a:r>
              <a:rPr lang="en-US" dirty="0"/>
              <a:t>Agenda Item/Divider Headline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E0D0982-D686-0C55-3C20-38CF602654D3}"/>
              </a:ext>
            </a:extLst>
          </p:cNvPr>
          <p:cNvSpPr/>
          <p:nvPr/>
        </p:nvSpPr>
        <p:spPr>
          <a:xfrm>
            <a:off x="8128001" y="0"/>
            <a:ext cx="4067174" cy="6858000"/>
          </a:xfrm>
          <a:prstGeom prst="rect">
            <a:avLst/>
          </a:prstGeom>
          <a:solidFill>
            <a:srgbClr val="002A86"/>
          </a:solidFill>
          <a:ln w="12700">
            <a:noFill/>
            <a:headEnd type="none" w="med" len="med"/>
            <a:tailEnd type="none" w="med" len="med"/>
          </a:ln>
          <a:effectLst>
            <a:outerShdw blurRad="50800" dir="2700000" algn="tl" rotWithShape="0">
              <a:prstClr val="black">
                <a:alpha val="2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182737" tIns="146190" rIns="182737" bIns="1461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1773" fontAlgn="base">
              <a:spcBef>
                <a:spcPct val="0"/>
              </a:spcBef>
              <a:spcAft>
                <a:spcPct val="0"/>
              </a:spcAft>
            </a:pPr>
            <a:endParaRPr lang="en-US" sz="1400" kern="0">
              <a:gradFill>
                <a:gsLst>
                  <a:gs pos="0">
                    <a:srgbClr val="002A86"/>
                  </a:gs>
                  <a:gs pos="100000">
                    <a:srgbClr val="002A86"/>
                  </a:gs>
                </a:gsLst>
                <a:lin ang="2700000" scaled="1"/>
              </a:gradFill>
              <a:latin typeface="72 Brand Medium" panose="020B0504030603020204" pitchFamily="34" charset="0"/>
            </a:endParaRP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5AD2A09-250F-1ADC-43C7-571E869ACEFC}"/>
              </a:ext>
            </a:extLst>
          </p:cNvPr>
          <p:cNvGrpSpPr/>
          <p:nvPr userDrawn="1"/>
        </p:nvGrpSpPr>
        <p:grpSpPr>
          <a:xfrm>
            <a:off x="8831263" y="-1"/>
            <a:ext cx="2895816" cy="6858001"/>
            <a:chOff x="8712092" y="-1"/>
            <a:chExt cx="2895816" cy="6858001"/>
          </a:xfrm>
        </p:grpSpPr>
        <p:sp>
          <p:nvSpPr>
            <p:cNvPr id="7" name="Freeform 139">
              <a:extLst>
                <a:ext uri="{FF2B5EF4-FFF2-40B4-BE49-F238E27FC236}">
                  <a16:creationId xmlns:a16="http://schemas.microsoft.com/office/drawing/2014/main" id="{D7B725F3-3056-4C67-EF57-4A180708DEBC}"/>
                </a:ext>
              </a:extLst>
            </p:cNvPr>
            <p:cNvSpPr/>
            <p:nvPr/>
          </p:nvSpPr>
          <p:spPr>
            <a:xfrm>
              <a:off x="8712092" y="1728123"/>
              <a:ext cx="2895816" cy="1447692"/>
            </a:xfrm>
            <a:custGeom>
              <a:avLst/>
              <a:gdLst>
                <a:gd name="connsiteX0" fmla="*/ 3258914 w 3582451"/>
                <a:gd name="connsiteY0" fmla="*/ 133987 h 1790958"/>
                <a:gd name="connsiteX1" fmla="*/ 1735702 w 3582451"/>
                <a:gd name="connsiteY1" fmla="*/ 1656971 h 1790958"/>
                <a:gd name="connsiteX2" fmla="*/ 134007 w 3582451"/>
                <a:gd name="connsiteY2" fmla="*/ 1656971 h 1790958"/>
                <a:gd name="connsiteX3" fmla="*/ 134007 w 3582451"/>
                <a:gd name="connsiteY3" fmla="*/ 133987 h 1790958"/>
                <a:gd name="connsiteX4" fmla="*/ 3258914 w 3582451"/>
                <a:gd name="connsiteY4" fmla="*/ 133987 h 1790958"/>
                <a:gd name="connsiteX5" fmla="*/ 3582451 w 3582451"/>
                <a:gd name="connsiteY5" fmla="*/ 0 h 1790958"/>
                <a:gd name="connsiteX6" fmla="*/ 0 w 3582451"/>
                <a:gd name="connsiteY6" fmla="*/ 0 h 1790958"/>
                <a:gd name="connsiteX7" fmla="*/ 0 w 3582451"/>
                <a:gd name="connsiteY7" fmla="*/ 1790958 h 1790958"/>
                <a:gd name="connsiteX8" fmla="*/ 1791226 w 3582451"/>
                <a:gd name="connsiteY8" fmla="*/ 1790958 h 1790958"/>
                <a:gd name="connsiteX9" fmla="*/ 3582451 w 3582451"/>
                <a:gd name="connsiteY9" fmla="*/ 0 h 1790958"/>
                <a:gd name="connsiteX10" fmla="*/ 3582451 w 3582451"/>
                <a:gd name="connsiteY10" fmla="*/ 0 h 1790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82451" h="1790958">
                  <a:moveTo>
                    <a:pt x="3258914" y="133987"/>
                  </a:moveTo>
                  <a:lnTo>
                    <a:pt x="1735702" y="1656971"/>
                  </a:lnTo>
                  <a:lnTo>
                    <a:pt x="134007" y="1656971"/>
                  </a:lnTo>
                  <a:lnTo>
                    <a:pt x="134007" y="133987"/>
                  </a:lnTo>
                  <a:lnTo>
                    <a:pt x="3258914" y="133987"/>
                  </a:lnTo>
                  <a:moveTo>
                    <a:pt x="3582451" y="0"/>
                  </a:moveTo>
                  <a:lnTo>
                    <a:pt x="0" y="0"/>
                  </a:lnTo>
                  <a:lnTo>
                    <a:pt x="0" y="1790958"/>
                  </a:lnTo>
                  <a:lnTo>
                    <a:pt x="1791226" y="1790958"/>
                  </a:lnTo>
                  <a:lnTo>
                    <a:pt x="3582451" y="0"/>
                  </a:lnTo>
                  <a:lnTo>
                    <a:pt x="3582451" y="0"/>
                  </a:lnTo>
                  <a:close/>
                </a:path>
              </a:pathLst>
            </a:custGeom>
            <a:solidFill>
              <a:srgbClr val="1B90FF"/>
            </a:solidFill>
            <a:ln w="4467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1088654"/>
              <a:endParaRPr lang="en-US" sz="2100">
                <a:solidFill>
                  <a:srgbClr val="000000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8" name="Freeform 139">
              <a:extLst>
                <a:ext uri="{FF2B5EF4-FFF2-40B4-BE49-F238E27FC236}">
                  <a16:creationId xmlns:a16="http://schemas.microsoft.com/office/drawing/2014/main" id="{9D919D45-FC03-6DF6-A534-7F09777CF3DA}"/>
                </a:ext>
              </a:extLst>
            </p:cNvPr>
            <p:cNvSpPr/>
            <p:nvPr/>
          </p:nvSpPr>
          <p:spPr>
            <a:xfrm>
              <a:off x="8712092" y="3682186"/>
              <a:ext cx="2895816" cy="1447692"/>
            </a:xfrm>
            <a:custGeom>
              <a:avLst/>
              <a:gdLst>
                <a:gd name="connsiteX0" fmla="*/ 3258914 w 3582451"/>
                <a:gd name="connsiteY0" fmla="*/ 133987 h 1790958"/>
                <a:gd name="connsiteX1" fmla="*/ 1735702 w 3582451"/>
                <a:gd name="connsiteY1" fmla="*/ 1656971 h 1790958"/>
                <a:gd name="connsiteX2" fmla="*/ 134007 w 3582451"/>
                <a:gd name="connsiteY2" fmla="*/ 1656971 h 1790958"/>
                <a:gd name="connsiteX3" fmla="*/ 134007 w 3582451"/>
                <a:gd name="connsiteY3" fmla="*/ 133987 h 1790958"/>
                <a:gd name="connsiteX4" fmla="*/ 3258914 w 3582451"/>
                <a:gd name="connsiteY4" fmla="*/ 133987 h 1790958"/>
                <a:gd name="connsiteX5" fmla="*/ 3582451 w 3582451"/>
                <a:gd name="connsiteY5" fmla="*/ 0 h 1790958"/>
                <a:gd name="connsiteX6" fmla="*/ 0 w 3582451"/>
                <a:gd name="connsiteY6" fmla="*/ 0 h 1790958"/>
                <a:gd name="connsiteX7" fmla="*/ 0 w 3582451"/>
                <a:gd name="connsiteY7" fmla="*/ 1790958 h 1790958"/>
                <a:gd name="connsiteX8" fmla="*/ 1791226 w 3582451"/>
                <a:gd name="connsiteY8" fmla="*/ 1790958 h 1790958"/>
                <a:gd name="connsiteX9" fmla="*/ 3582451 w 3582451"/>
                <a:gd name="connsiteY9" fmla="*/ 0 h 1790958"/>
                <a:gd name="connsiteX10" fmla="*/ 3582451 w 3582451"/>
                <a:gd name="connsiteY10" fmla="*/ 0 h 1790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82451" h="1790958">
                  <a:moveTo>
                    <a:pt x="3258914" y="133987"/>
                  </a:moveTo>
                  <a:lnTo>
                    <a:pt x="1735702" y="1656971"/>
                  </a:lnTo>
                  <a:lnTo>
                    <a:pt x="134007" y="1656971"/>
                  </a:lnTo>
                  <a:lnTo>
                    <a:pt x="134007" y="133987"/>
                  </a:lnTo>
                  <a:lnTo>
                    <a:pt x="3258914" y="133987"/>
                  </a:lnTo>
                  <a:moveTo>
                    <a:pt x="3582451" y="0"/>
                  </a:moveTo>
                  <a:lnTo>
                    <a:pt x="0" y="0"/>
                  </a:lnTo>
                  <a:lnTo>
                    <a:pt x="0" y="1790958"/>
                  </a:lnTo>
                  <a:lnTo>
                    <a:pt x="1791226" y="1790958"/>
                  </a:lnTo>
                  <a:lnTo>
                    <a:pt x="3582451" y="0"/>
                  </a:lnTo>
                  <a:lnTo>
                    <a:pt x="3582451" y="0"/>
                  </a:lnTo>
                  <a:close/>
                </a:path>
              </a:pathLst>
            </a:custGeom>
            <a:solidFill>
              <a:srgbClr val="1B90FF"/>
            </a:solidFill>
            <a:ln w="4467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1088654"/>
              <a:endParaRPr lang="en-US" sz="2100">
                <a:solidFill>
                  <a:srgbClr val="000000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11" name="Free-form: Shape 10">
              <a:extLst>
                <a:ext uri="{FF2B5EF4-FFF2-40B4-BE49-F238E27FC236}">
                  <a16:creationId xmlns:a16="http://schemas.microsoft.com/office/drawing/2014/main" id="{0A876687-243B-0F88-E4A6-6D6D20F0B90B}"/>
                </a:ext>
              </a:extLst>
            </p:cNvPr>
            <p:cNvSpPr/>
            <p:nvPr userDrawn="1"/>
          </p:nvSpPr>
          <p:spPr bwMode="gray">
            <a:xfrm>
              <a:off x="8712092" y="-1"/>
              <a:ext cx="2669842" cy="1221752"/>
            </a:xfrm>
            <a:custGeom>
              <a:avLst/>
              <a:gdLst>
                <a:gd name="connsiteX0" fmla="*/ 0 w 2669842"/>
                <a:gd name="connsiteY0" fmla="*/ 0 h 1221752"/>
                <a:gd name="connsiteX1" fmla="*/ 108322 w 2669842"/>
                <a:gd name="connsiteY1" fmla="*/ 0 h 1221752"/>
                <a:gd name="connsiteX2" fmla="*/ 108322 w 2669842"/>
                <a:gd name="connsiteY2" fmla="*/ 1113446 h 1221752"/>
                <a:gd name="connsiteX3" fmla="*/ 1403026 w 2669842"/>
                <a:gd name="connsiteY3" fmla="*/ 1113446 h 1221752"/>
                <a:gd name="connsiteX4" fmla="*/ 2516638 w 2669842"/>
                <a:gd name="connsiteY4" fmla="*/ 0 h 1221752"/>
                <a:gd name="connsiteX5" fmla="*/ 2669842 w 2669842"/>
                <a:gd name="connsiteY5" fmla="*/ 0 h 1221752"/>
                <a:gd name="connsiteX6" fmla="*/ 1447908 w 2669842"/>
                <a:gd name="connsiteY6" fmla="*/ 1221752 h 1221752"/>
                <a:gd name="connsiteX7" fmla="*/ 0 w 2669842"/>
                <a:gd name="connsiteY7" fmla="*/ 1221752 h 1221752"/>
                <a:gd name="connsiteX8" fmla="*/ 0 w 2669842"/>
                <a:gd name="connsiteY8" fmla="*/ 0 h 1221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69842" h="1221752">
                  <a:moveTo>
                    <a:pt x="0" y="0"/>
                  </a:moveTo>
                  <a:lnTo>
                    <a:pt x="108322" y="0"/>
                  </a:lnTo>
                  <a:lnTo>
                    <a:pt x="108322" y="1113446"/>
                  </a:lnTo>
                  <a:lnTo>
                    <a:pt x="1403026" y="1113446"/>
                  </a:lnTo>
                  <a:lnTo>
                    <a:pt x="2516638" y="0"/>
                  </a:lnTo>
                  <a:lnTo>
                    <a:pt x="2669842" y="0"/>
                  </a:lnTo>
                  <a:lnTo>
                    <a:pt x="1447908" y="1221752"/>
                  </a:lnTo>
                  <a:lnTo>
                    <a:pt x="0" y="122175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B90FF"/>
            </a:solidFill>
            <a:ln w="4467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 defTabSz="1088654"/>
              <a:endParaRPr lang="en-DE" noProof="0" dirty="0" err="1">
                <a:solidFill>
                  <a:srgbClr val="000000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33" name="Free-form: Shape 32">
              <a:extLst>
                <a:ext uri="{FF2B5EF4-FFF2-40B4-BE49-F238E27FC236}">
                  <a16:creationId xmlns:a16="http://schemas.microsoft.com/office/drawing/2014/main" id="{6A6C2A84-BDA9-F161-B462-F84F02753B0F}"/>
                </a:ext>
              </a:extLst>
            </p:cNvPr>
            <p:cNvSpPr/>
            <p:nvPr userDrawn="1"/>
          </p:nvSpPr>
          <p:spPr bwMode="gray">
            <a:xfrm>
              <a:off x="8712092" y="5636249"/>
              <a:ext cx="2895816" cy="1221751"/>
            </a:xfrm>
            <a:custGeom>
              <a:avLst/>
              <a:gdLst>
                <a:gd name="connsiteX0" fmla="*/ 0 w 2895816"/>
                <a:gd name="connsiteY0" fmla="*/ 0 h 1221751"/>
                <a:gd name="connsiteX1" fmla="*/ 2895816 w 2895816"/>
                <a:gd name="connsiteY1" fmla="*/ 0 h 1221751"/>
                <a:gd name="connsiteX2" fmla="*/ 1673884 w 2895816"/>
                <a:gd name="connsiteY2" fmla="*/ 1221751 h 1221751"/>
                <a:gd name="connsiteX3" fmla="*/ 1520680 w 2895816"/>
                <a:gd name="connsiteY3" fmla="*/ 1221751 h 1221751"/>
                <a:gd name="connsiteX4" fmla="*/ 2634290 w 2895816"/>
                <a:gd name="connsiteY4" fmla="*/ 108306 h 1221751"/>
                <a:gd name="connsiteX5" fmla="*/ 108323 w 2895816"/>
                <a:gd name="connsiteY5" fmla="*/ 108306 h 1221751"/>
                <a:gd name="connsiteX6" fmla="*/ 108323 w 2895816"/>
                <a:gd name="connsiteY6" fmla="*/ 1221751 h 1221751"/>
                <a:gd name="connsiteX7" fmla="*/ 0 w 2895816"/>
                <a:gd name="connsiteY7" fmla="*/ 1221751 h 1221751"/>
                <a:gd name="connsiteX8" fmla="*/ 0 w 2895816"/>
                <a:gd name="connsiteY8" fmla="*/ 0 h 1221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95816" h="1221751">
                  <a:moveTo>
                    <a:pt x="0" y="0"/>
                  </a:moveTo>
                  <a:lnTo>
                    <a:pt x="2895816" y="0"/>
                  </a:lnTo>
                  <a:lnTo>
                    <a:pt x="1673884" y="1221751"/>
                  </a:lnTo>
                  <a:lnTo>
                    <a:pt x="1520680" y="1221751"/>
                  </a:lnTo>
                  <a:lnTo>
                    <a:pt x="2634290" y="108306"/>
                  </a:lnTo>
                  <a:lnTo>
                    <a:pt x="108323" y="108306"/>
                  </a:lnTo>
                  <a:lnTo>
                    <a:pt x="108323" y="1221751"/>
                  </a:lnTo>
                  <a:lnTo>
                    <a:pt x="0" y="12217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B90FF"/>
            </a:solidFill>
            <a:ln w="4467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 defTabSz="1088654"/>
              <a:endParaRPr lang="en-DE" noProof="0" dirty="0" err="1">
                <a:solidFill>
                  <a:srgbClr val="000000"/>
                </a:solidFill>
                <a:latin typeface="72 Brand" panose="020B0504030603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458010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970">
          <p15:clr>
            <a:srgbClr val="FBAE40"/>
          </p15:clr>
        </p15:guide>
        <p15:guide id="4" orient="horz" pos="316">
          <p15:clr>
            <a:srgbClr val="FBAE40"/>
          </p15:clr>
        </p15:guide>
        <p15:guide id="5" orient="horz" pos="551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Pag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 text"/>
          <p:cNvSpPr>
            <a:spLocks noGrp="1"/>
          </p:cNvSpPr>
          <p:nvPr>
            <p:ph type="ctrTitle" hasCustomPrompt="1"/>
          </p:nvPr>
        </p:nvSpPr>
        <p:spPr bwMode="black">
          <a:xfrm>
            <a:off x="504000" y="3090446"/>
            <a:ext cx="11185200" cy="677108"/>
          </a:xfrm>
        </p:spPr>
        <p:txBody>
          <a:bodyPr anchor="ctr" anchorCtr="0">
            <a:noAutofit/>
          </a:bodyPr>
          <a:lstStyle>
            <a:lvl1pPr>
              <a:defRPr sz="4400" b="0" i="0">
                <a:solidFill>
                  <a:schemeClr val="tx1"/>
                </a:solidFill>
                <a:latin typeface="72 Brand Medium" panose="020B0504030603020204" pitchFamily="34" charset="0"/>
              </a:defRPr>
            </a:lvl1pPr>
          </a:lstStyle>
          <a:p>
            <a:r>
              <a:rPr lang="en-US" dirty="0"/>
              <a:t>Divider page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09527874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2" orient="horz" pos="216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Page B">
    <p:bg>
      <p:bgPr>
        <a:solidFill>
          <a:srgbClr val="1B9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FF6F4229-C80F-03D8-379E-5395A9D9105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3239" y="2305050"/>
            <a:ext cx="4745037" cy="685800"/>
          </a:xfrm>
        </p:spPr>
        <p:txBody>
          <a:bodyPr>
            <a:noAutofit/>
          </a:bodyPr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subtitle</a:t>
            </a:r>
          </a:p>
        </p:txBody>
      </p:sp>
      <p:sp>
        <p:nvSpPr>
          <p:cNvPr id="4" name="Divider text">
            <a:extLst>
              <a:ext uri="{FF2B5EF4-FFF2-40B4-BE49-F238E27FC236}">
                <a16:creationId xmlns:a16="http://schemas.microsoft.com/office/drawing/2014/main" id="{6F90880B-34A2-54BD-E54C-D9BEA8FA68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black">
          <a:xfrm>
            <a:off x="504000" y="1375046"/>
            <a:ext cx="11185200" cy="677108"/>
          </a:xfrm>
        </p:spPr>
        <p:txBody>
          <a:bodyPr wrap="square" anchor="t" anchorCtr="0">
            <a:noAutofit/>
          </a:bodyPr>
          <a:lstStyle>
            <a:lvl1pPr marL="0" algn="l" defTabSz="1088558" rtl="0" eaLnBrk="1" latinLnBrk="0" hangingPunct="1">
              <a:spcBef>
                <a:spcPct val="0"/>
              </a:spcBef>
              <a:buNone/>
              <a:defRPr lang="de-DE" sz="4400" b="0" i="0" kern="1200" baseline="0" dirty="0">
                <a:solidFill>
                  <a:schemeClr val="bg1"/>
                </a:solidFill>
                <a:latin typeface="+mj-lt"/>
                <a:ea typeface="+mj-ea"/>
                <a:cs typeface="72" panose="020B0503030000000003" pitchFamily="34" charset="0"/>
              </a:defRPr>
            </a:lvl1pPr>
          </a:lstStyle>
          <a:p>
            <a:r>
              <a:rPr lang="en-US" dirty="0"/>
              <a:t>Divider page</a:t>
            </a:r>
            <a:endParaRPr lang="de-D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976558-3EEE-080B-A240-E7C3F5ABB8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600141" y="2409572"/>
            <a:ext cx="6090209" cy="303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748088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2" orient="horz" pos="845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Pag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 text"/>
          <p:cNvSpPr>
            <a:spLocks noGrp="1"/>
          </p:cNvSpPr>
          <p:nvPr>
            <p:ph type="ctrTitle" hasCustomPrompt="1"/>
          </p:nvPr>
        </p:nvSpPr>
        <p:spPr bwMode="black">
          <a:xfrm>
            <a:off x="504000" y="1375046"/>
            <a:ext cx="11185200" cy="677108"/>
          </a:xfrm>
        </p:spPr>
        <p:txBody>
          <a:bodyPr anchor="t" anchorCtr="0">
            <a:noAutofit/>
          </a:bodyPr>
          <a:lstStyle>
            <a:lvl1pPr>
              <a:defRPr sz="4400" b="0" i="0">
                <a:solidFill>
                  <a:schemeClr val="tx1"/>
                </a:solidFill>
                <a:latin typeface="72 Brand Medium" panose="020B0504030603020204" pitchFamily="34" charset="0"/>
              </a:defRPr>
            </a:lvl1pPr>
          </a:lstStyle>
          <a:p>
            <a:r>
              <a:rPr lang="en-US" dirty="0"/>
              <a:t>Divider page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08985274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4" orient="horz" pos="865" userDrawn="1">
          <p15:clr>
            <a:srgbClr val="FBAE40"/>
          </p15:clr>
        </p15:guide>
        <p15:guide id="5" orient="horz" pos="1294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Page 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nvil" descr="preencoded.png">
            <a:extLst>
              <a:ext uri="{FF2B5EF4-FFF2-40B4-BE49-F238E27FC236}">
                <a16:creationId xmlns:a16="http://schemas.microsoft.com/office/drawing/2014/main" id="{3DD38521-14BF-F5D9-2930-AE3A04ABFA30}"/>
              </a:ext>
            </a:extLst>
          </p:cNvPr>
          <p:cNvSpPr>
            <a:spLocks noChangeAspect="1"/>
          </p:cNvSpPr>
          <p:nvPr userDrawn="1"/>
        </p:nvSpPr>
        <p:spPr>
          <a:xfrm>
            <a:off x="2726189" y="1767938"/>
            <a:ext cx="6739622" cy="3322123"/>
          </a:xfrm>
          <a:custGeom>
            <a:avLst/>
            <a:gdLst>
              <a:gd name="connsiteX0" fmla="*/ 0 w 8851917"/>
              <a:gd name="connsiteY0" fmla="*/ 0 h 4363327"/>
              <a:gd name="connsiteX1" fmla="*/ 0 w 8851917"/>
              <a:gd name="connsiteY1" fmla="*/ 4363327 h 4363327"/>
              <a:gd name="connsiteX2" fmla="*/ 4498517 w 8851917"/>
              <a:gd name="connsiteY2" fmla="*/ 4363327 h 4363327"/>
              <a:gd name="connsiteX3" fmla="*/ 8851917 w 8851917"/>
              <a:gd name="connsiteY3" fmla="*/ 0 h 4363327"/>
              <a:gd name="connsiteX4" fmla="*/ 0 w 8851917"/>
              <a:gd name="connsiteY4" fmla="*/ 0 h 4363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51917" h="4363327">
                <a:moveTo>
                  <a:pt x="0" y="0"/>
                </a:moveTo>
                <a:lnTo>
                  <a:pt x="0" y="4363327"/>
                </a:lnTo>
                <a:lnTo>
                  <a:pt x="4498517" y="4363327"/>
                </a:lnTo>
                <a:lnTo>
                  <a:pt x="8851917" y="0"/>
                </a:lnTo>
                <a:lnTo>
                  <a:pt x="0" y="0"/>
                </a:lnTo>
                <a:close/>
              </a:path>
            </a:pathLst>
          </a:custGeom>
          <a:solidFill>
            <a:srgbClr val="D1EFFF"/>
          </a:solidFill>
          <a:ln w="25400" algn="ctr">
            <a:noFill/>
            <a:miter lim="800000"/>
            <a:headEnd/>
            <a:tailEnd/>
          </a:ln>
          <a:effectLst/>
        </p:spPr>
        <p:txBody>
          <a:bodyPr wrap="none" rtlCol="0" anchor="ctr"/>
          <a:lstStyle/>
          <a:p>
            <a:pPr algn="ctr" defTabSz="1088875">
              <a:defRPr/>
            </a:pPr>
            <a:r>
              <a:rPr lang="en-US" dirty="0">
                <a:noFill/>
                <a:latin typeface="72 Brand" panose="020B0504030603020204" pitchFamily="34" charset="0"/>
              </a:rPr>
              <a:t>1</a:t>
            </a:r>
          </a:p>
        </p:txBody>
      </p:sp>
      <p:sp>
        <p:nvSpPr>
          <p:cNvPr id="2" name="Divider text"/>
          <p:cNvSpPr>
            <a:spLocks noGrp="1"/>
          </p:cNvSpPr>
          <p:nvPr>
            <p:ph type="ctrTitle" hasCustomPrompt="1"/>
          </p:nvPr>
        </p:nvSpPr>
        <p:spPr bwMode="black">
          <a:xfrm>
            <a:off x="503238" y="3090446"/>
            <a:ext cx="11187112" cy="677108"/>
          </a:xfrm>
        </p:spPr>
        <p:txBody>
          <a:bodyPr anchor="ctr" anchorCtr="0">
            <a:noAutofit/>
          </a:bodyPr>
          <a:lstStyle>
            <a:lvl1pPr>
              <a:defRPr sz="4400" b="0" i="0">
                <a:solidFill>
                  <a:schemeClr val="tx1"/>
                </a:solidFill>
                <a:latin typeface="72 Brand Medium" panose="020B0504030603020204" pitchFamily="34" charset="0"/>
              </a:defRPr>
            </a:lvl1pPr>
          </a:lstStyle>
          <a:p>
            <a:r>
              <a:rPr lang="en-US" dirty="0"/>
              <a:t>Divider page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21216048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2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i="0">
                <a:latin typeface="72 Brand Medium" panose="020B0504030603020204" pitchFamily="34" charset="0"/>
              </a:defRPr>
            </a:lvl1pPr>
          </a:lstStyle>
          <a:p>
            <a:r>
              <a:rPr lang="en-US" noProof="0" dirty="0"/>
              <a:t>Insert page title (sentence case)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2888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17">
          <p15:clr>
            <a:srgbClr val="FBAE40"/>
          </p15:clr>
        </p15:guide>
        <p15:guide id="4" orient="horz" pos="55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1548000"/>
            <a:ext cx="11186477" cy="48051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Start typing to add text without a bullet point. To add a bullet point, place the cursor at the start of this line and press tab.</a:t>
            </a:r>
            <a:endParaRPr lang="en-US" noProof="0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4000" y="504000"/>
            <a:ext cx="11186476" cy="369332"/>
          </a:xfrm>
        </p:spPr>
        <p:txBody>
          <a:bodyPr/>
          <a:lstStyle>
            <a:lvl1pPr>
              <a:defRPr b="0"/>
            </a:lvl1pPr>
          </a:lstStyle>
          <a:p>
            <a:r>
              <a:rPr lang="en-US" noProof="0" dirty="0"/>
              <a:t>Insert page title (sentence case)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93322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318" userDrawn="1">
          <p15:clr>
            <a:srgbClr val="FBAE40"/>
          </p15:clr>
        </p15:guide>
        <p15:guide id="5" orient="horz" pos="552" userDrawn="1">
          <p15:clr>
            <a:srgbClr val="FBAE40"/>
          </p15:clr>
        </p15:guide>
        <p15:guide id="6" orient="horz" pos="958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: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- column 2"/>
          <p:cNvSpPr>
            <a:spLocks noGrp="1"/>
          </p:cNvSpPr>
          <p:nvPr>
            <p:ph type="body" sz="quarter" idx="11" hasCustomPrompt="1"/>
          </p:nvPr>
        </p:nvSpPr>
        <p:spPr>
          <a:xfrm>
            <a:off x="6225477" y="1548000"/>
            <a:ext cx="5465000" cy="48051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- column 1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1548000"/>
            <a:ext cx="5465000" cy="48051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11186476" cy="369332"/>
          </a:xfrm>
        </p:spPr>
        <p:txBody>
          <a:bodyPr/>
          <a:lstStyle/>
          <a:p>
            <a:r>
              <a:rPr lang="en-US" noProof="0" dirty="0"/>
              <a:t>Insert page title (sentence case)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4814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orient="horz" pos="317" userDrawn="1">
          <p15:clr>
            <a:srgbClr val="FBAE40"/>
          </p15:clr>
        </p15:guide>
        <p15:guide id="7" orient="horz" pos="551" userDrawn="1">
          <p15:clr>
            <a:srgbClr val="FBAE40"/>
          </p15:clr>
        </p15:guide>
        <p15:guide id="8" orient="horz" pos="972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: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- column 3"/>
          <p:cNvSpPr>
            <a:spLocks noGrp="1"/>
          </p:cNvSpPr>
          <p:nvPr>
            <p:ph type="body" sz="quarter" idx="13" hasCustomPrompt="1"/>
          </p:nvPr>
        </p:nvSpPr>
        <p:spPr>
          <a:xfrm>
            <a:off x="8126477" y="1548000"/>
            <a:ext cx="3564000" cy="480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- column 2"/>
          <p:cNvSpPr>
            <a:spLocks noGrp="1"/>
          </p:cNvSpPr>
          <p:nvPr>
            <p:ph type="body" sz="quarter" idx="12" hasCustomPrompt="1"/>
          </p:nvPr>
        </p:nvSpPr>
        <p:spPr>
          <a:xfrm>
            <a:off x="4315238" y="1548000"/>
            <a:ext cx="3564000" cy="480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- column 1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1548000"/>
            <a:ext cx="3564000" cy="480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11186476" cy="369332"/>
          </a:xfrm>
        </p:spPr>
        <p:txBody>
          <a:bodyPr/>
          <a:lstStyle/>
          <a:p>
            <a:r>
              <a:rPr lang="en-US" noProof="0" dirty="0"/>
              <a:t>Insert page title (sentence case)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416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17" userDrawn="1">
          <p15:clr>
            <a:srgbClr val="FBAE40"/>
          </p15:clr>
        </p15:guide>
        <p15:guide id="8" orient="horz" pos="551" userDrawn="1">
          <p15:clr>
            <a:srgbClr val="FBAE40"/>
          </p15:clr>
        </p15:guide>
        <p15:guide id="9" orient="horz" pos="974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- Text an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6221413" y="4770000"/>
            <a:ext cx="5469064" cy="1583175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8" name="Picture Placeholder 2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225477" y="1548000"/>
            <a:ext cx="5465000" cy="2792593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 dirty="0"/>
              <a:t>Click icon to add image or pictogram</a:t>
            </a:r>
            <a:endParaRPr lang="de-DE" dirty="0"/>
          </a:p>
        </p:txBody>
      </p:sp>
      <p:sp>
        <p:nvSpPr>
          <p:cNvPr id="3" name="Text placeholder 1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4770000"/>
            <a:ext cx="5465000" cy="1583175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Picture Placeholder 1"/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04000" y="1548000"/>
            <a:ext cx="5465000" cy="2792593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 dirty="0"/>
              <a:t>Click icon to add image or pictogram</a:t>
            </a:r>
            <a:endParaRPr lang="de-DE" dirty="0"/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11186476" cy="369332"/>
          </a:xfrm>
        </p:spPr>
        <p:txBody>
          <a:bodyPr/>
          <a:lstStyle/>
          <a:p>
            <a:r>
              <a:rPr lang="en-US" noProof="0" dirty="0"/>
              <a:t>Insert page title (sentence case)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49412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17" userDrawn="1">
          <p15:clr>
            <a:srgbClr val="FBAE40"/>
          </p15:clr>
        </p15:guide>
        <p15:guide id="3" orient="horz" pos="551" userDrawn="1">
          <p15:clr>
            <a:srgbClr val="FBAE40"/>
          </p15:clr>
        </p15:guide>
        <p15:guide id="4" orient="horz" pos="974" userDrawn="1">
          <p15:clr>
            <a:srgbClr val="FBAE40"/>
          </p15:clr>
        </p15:guide>
        <p15:guide id="5" orient="horz" pos="2750" userDrawn="1">
          <p15:clr>
            <a:srgbClr val="FBAE40"/>
          </p15:clr>
        </p15:guide>
        <p15:guide id="6" orient="horz" pos="3004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 - Text an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8128000" y="4354921"/>
            <a:ext cx="3562477" cy="1998253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8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8128000" y="1548000"/>
            <a:ext cx="3562477" cy="2294662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 dirty="0"/>
              <a:t>Click icon to add image or pictogram</a:t>
            </a:r>
            <a:endParaRPr lang="de-DE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4314824" y="4354921"/>
            <a:ext cx="3560763" cy="1998253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4314826" y="1548000"/>
            <a:ext cx="3560762" cy="2294662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 dirty="0"/>
              <a:t>Click icon to add image or pictogram</a:t>
            </a:r>
            <a:endParaRPr lang="de-DE" dirty="0"/>
          </a:p>
        </p:txBody>
      </p:sp>
      <p:sp>
        <p:nvSpPr>
          <p:cNvPr id="3" name="Text placeholder 1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4354921"/>
            <a:ext cx="3560000" cy="1998253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Picture placeholder 1"/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04000" y="1548000"/>
            <a:ext cx="3560000" cy="2294662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 dirty="0"/>
              <a:t>Click icon to add image or pictogram</a:t>
            </a:r>
            <a:endParaRPr lang="de-DE" dirty="0"/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11186476" cy="369332"/>
          </a:xfrm>
        </p:spPr>
        <p:txBody>
          <a:bodyPr/>
          <a:lstStyle/>
          <a:p>
            <a:r>
              <a:rPr lang="en-US" noProof="0" dirty="0"/>
              <a:t>Insert page title (sentence case)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6675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17" userDrawn="1">
          <p15:clr>
            <a:srgbClr val="FBAE40"/>
          </p15:clr>
        </p15:guide>
        <p15:guide id="8" orient="horz" pos="551" userDrawn="1">
          <p15:clr>
            <a:srgbClr val="FBAE40"/>
          </p15:clr>
        </p15:guide>
        <p15:guide id="9" orient="horz" pos="970" userDrawn="1">
          <p15:clr>
            <a:srgbClr val="FBAE40"/>
          </p15:clr>
        </p15:guide>
        <p15:guide id="10" orient="horz" pos="2428" userDrawn="1">
          <p15:clr>
            <a:srgbClr val="FBAE40"/>
          </p15:clr>
        </p15:guide>
        <p15:guide id="11" orient="horz" pos="2743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s - Text an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- column 2"/>
          <p:cNvSpPr>
            <a:spLocks noGrp="1"/>
          </p:cNvSpPr>
          <p:nvPr>
            <p:ph type="body" sz="quarter" idx="13" hasCustomPrompt="1"/>
          </p:nvPr>
        </p:nvSpPr>
        <p:spPr>
          <a:xfrm>
            <a:off x="9099598" y="3877200"/>
            <a:ext cx="2590879" cy="2475975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8" name="Picture Placeholder 4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9080501" y="1548000"/>
            <a:ext cx="2609976" cy="1871663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 dirty="0"/>
              <a:t>Click icon to add image or pictogram</a:t>
            </a:r>
            <a:endParaRPr lang="de-DE" dirty="0"/>
          </a:p>
        </p:txBody>
      </p:sp>
      <p:sp>
        <p:nvSpPr>
          <p:cNvPr id="13" name="Text placeholder - column 2"/>
          <p:cNvSpPr>
            <a:spLocks noGrp="1"/>
          </p:cNvSpPr>
          <p:nvPr>
            <p:ph type="body" sz="quarter" idx="17" hasCustomPrompt="1"/>
          </p:nvPr>
        </p:nvSpPr>
        <p:spPr>
          <a:xfrm>
            <a:off x="6234398" y="3877200"/>
            <a:ext cx="2590879" cy="2475975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4" name="Picture Placeholder 4"/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221413" y="1548000"/>
            <a:ext cx="2606675" cy="1871663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 dirty="0"/>
              <a:t>Click icon to add image or pictogram</a:t>
            </a:r>
            <a:endParaRPr lang="de-DE" dirty="0"/>
          </a:p>
        </p:txBody>
      </p:sp>
      <p:sp>
        <p:nvSpPr>
          <p:cNvPr id="9" name="Text placeholder - column 2"/>
          <p:cNvSpPr>
            <a:spLocks noGrp="1"/>
          </p:cNvSpPr>
          <p:nvPr>
            <p:ph type="body" sz="quarter" idx="15" hasCustomPrompt="1"/>
          </p:nvPr>
        </p:nvSpPr>
        <p:spPr>
          <a:xfrm>
            <a:off x="3369199" y="3877200"/>
            <a:ext cx="2590879" cy="2475975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4"/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3362325" y="1548000"/>
            <a:ext cx="2606675" cy="1871663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 dirty="0"/>
              <a:t>Click icon to add image or pictogram</a:t>
            </a:r>
            <a:endParaRPr lang="de-DE" dirty="0"/>
          </a:p>
        </p:txBody>
      </p:sp>
      <p:sp>
        <p:nvSpPr>
          <p:cNvPr id="3" name="Text placeholder - column 2"/>
          <p:cNvSpPr>
            <a:spLocks noGrp="1"/>
          </p:cNvSpPr>
          <p:nvPr>
            <p:ph type="body" sz="quarter" idx="10" hasCustomPrompt="1"/>
          </p:nvPr>
        </p:nvSpPr>
        <p:spPr>
          <a:xfrm>
            <a:off x="503999" y="3877200"/>
            <a:ext cx="2590879" cy="2475975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03999" y="1548000"/>
            <a:ext cx="2605913" cy="1871663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 dirty="0"/>
              <a:t>Click icon to add image or pictogram</a:t>
            </a:r>
            <a:endParaRPr lang="de-DE" dirty="0"/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11186476" cy="369332"/>
          </a:xfrm>
        </p:spPr>
        <p:txBody>
          <a:bodyPr/>
          <a:lstStyle/>
          <a:p>
            <a:r>
              <a:rPr lang="en-US" noProof="0" dirty="0"/>
              <a:t>Insert page title (sentence case)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0594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17" userDrawn="1">
          <p15:clr>
            <a:srgbClr val="FBAE40"/>
          </p15:clr>
        </p15:guide>
        <p15:guide id="3" orient="horz" pos="551" userDrawn="1">
          <p15:clr>
            <a:srgbClr val="FBAE40"/>
          </p15:clr>
        </p15:guide>
        <p15:guide id="4" orient="horz" pos="974" userDrawn="1">
          <p15:clr>
            <a:srgbClr val="FBAE40"/>
          </p15:clr>
        </p15:guide>
        <p15:guide id="5" orient="horz" pos="2160" userDrawn="1">
          <p15:clr>
            <a:srgbClr val="FBAE40"/>
          </p15:clr>
        </p15:guide>
        <p15:guide id="6" orient="horz" pos="2442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with Image 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/3 right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8127175" y="0"/>
            <a:ext cx="4068000" cy="6858000"/>
          </a:xfrm>
          <a:noFill/>
        </p:spPr>
        <p:txBody>
          <a:bodyPr vert="horz" lIns="0" tIns="2448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 dirty="0"/>
              <a:t>Click icon to add image</a:t>
            </a:r>
            <a:endParaRPr lang="de-DE" dirty="0"/>
          </a:p>
        </p:txBody>
      </p:sp>
      <p:sp>
        <p:nvSpPr>
          <p:cNvPr id="7" name="Text Placeholder"/>
          <p:cNvSpPr>
            <a:spLocks noGrp="1"/>
          </p:cNvSpPr>
          <p:nvPr>
            <p:ph type="body" sz="quarter" idx="11" hasCustomPrompt="1"/>
          </p:nvPr>
        </p:nvSpPr>
        <p:spPr bwMode="black">
          <a:xfrm>
            <a:off x="503998" y="1548000"/>
            <a:ext cx="7371589" cy="48051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de-DE" dirty="0"/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4000" y="504000"/>
            <a:ext cx="7371589" cy="369332"/>
          </a:xfrm>
        </p:spPr>
        <p:txBody>
          <a:bodyPr/>
          <a:lstStyle/>
          <a:p>
            <a:r>
              <a:rPr lang="en-US" noProof="0" dirty="0"/>
              <a:t>Insert page title (sentence case)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0202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111" userDrawn="1">
          <p15:clr>
            <a:srgbClr val="FBAE40"/>
          </p15:clr>
        </p15:guide>
        <p15:guide id="5" orient="horz" pos="317" userDrawn="1">
          <p15:clr>
            <a:srgbClr val="FBAE40"/>
          </p15:clr>
        </p15:guide>
        <p15:guide id="6" orient="horz" pos="551" userDrawn="1">
          <p15:clr>
            <a:srgbClr val="FBAE40"/>
          </p15:clr>
        </p15:guide>
        <p15:guide id="7" orient="horz" pos="972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1" y="0"/>
            <a:ext cx="12195175" cy="6858000"/>
          </a:xfrm>
          <a:noFill/>
        </p:spPr>
        <p:txBody>
          <a:bodyPr vert="horz" lIns="0" tIns="2448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 dirty="0"/>
              <a:t>Click icon to add image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3979114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creensho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221413" y="1557338"/>
            <a:ext cx="5469064" cy="4795837"/>
          </a:xfrm>
          <a:noFill/>
        </p:spPr>
        <p:txBody>
          <a:bodyPr vert="horz" lIns="0" tIns="1512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 dirty="0"/>
              <a:t>Click icon to add screenshot</a:t>
            </a:r>
            <a:endParaRPr lang="de-DE" dirty="0"/>
          </a:p>
        </p:txBody>
      </p:sp>
      <p:sp>
        <p:nvSpPr>
          <p:cNvPr id="4" name="Text Placeholder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1548000"/>
            <a:ext cx="5465000" cy="480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11186476" cy="369332"/>
          </a:xfrm>
        </p:spPr>
        <p:txBody>
          <a:bodyPr/>
          <a:lstStyle/>
          <a:p>
            <a:r>
              <a:rPr lang="en-US" noProof="0" dirty="0"/>
              <a:t>Insert page title (sentence case)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72272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972" userDrawn="1">
          <p15:clr>
            <a:srgbClr val="FBAE40"/>
          </p15:clr>
        </p15:guide>
        <p15:guide id="6" orient="horz" pos="317" userDrawn="1">
          <p15:clr>
            <a:srgbClr val="FBAE40"/>
          </p15:clr>
        </p15:guide>
        <p15:guide id="7" orient="horz" pos="551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"/>
          <p:cNvSpPr>
            <a:spLocks noGrp="1"/>
          </p:cNvSpPr>
          <p:nvPr>
            <p:ph idx="1" hasCustomPrompt="1"/>
          </p:nvPr>
        </p:nvSpPr>
        <p:spPr bwMode="gray">
          <a:xfrm>
            <a:off x="504000" y="1548000"/>
            <a:ext cx="11185200" cy="4805175"/>
          </a:xfrm>
          <a:noFill/>
        </p:spPr>
        <p:txBody>
          <a:bodyPr tIns="1368000"/>
          <a:lstStyle>
            <a:lvl1pPr algn="ctr">
              <a:defRPr sz="1400" b="0"/>
            </a:lvl1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/>
              <a:t>Insert page title (sentence case)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60987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17" userDrawn="1">
          <p15:clr>
            <a:srgbClr val="FBAE40"/>
          </p15:clr>
        </p15:guide>
        <p15:guide id="3" orient="horz" pos="551" userDrawn="1">
          <p15:clr>
            <a:srgbClr val="FBAE40"/>
          </p15:clr>
        </p15:guide>
        <p15:guide id="4" orient="horz" pos="972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rgbClr val="D1E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nvil" descr="preencoded.png">
            <a:extLst>
              <a:ext uri="{FF2B5EF4-FFF2-40B4-BE49-F238E27FC236}">
                <a16:creationId xmlns:a16="http://schemas.microsoft.com/office/drawing/2014/main" id="{C4FED2BE-6259-64CE-562B-46975C5747E1}"/>
              </a:ext>
            </a:extLst>
          </p:cNvPr>
          <p:cNvSpPr/>
          <p:nvPr userDrawn="1"/>
        </p:nvSpPr>
        <p:spPr>
          <a:xfrm>
            <a:off x="2409825" y="1543050"/>
            <a:ext cx="8061100" cy="3973513"/>
          </a:xfrm>
          <a:custGeom>
            <a:avLst/>
            <a:gdLst>
              <a:gd name="connsiteX0" fmla="*/ 0 w 8851917"/>
              <a:gd name="connsiteY0" fmla="*/ 0 h 4363327"/>
              <a:gd name="connsiteX1" fmla="*/ 0 w 8851917"/>
              <a:gd name="connsiteY1" fmla="*/ 4363327 h 4363327"/>
              <a:gd name="connsiteX2" fmla="*/ 4498517 w 8851917"/>
              <a:gd name="connsiteY2" fmla="*/ 4363327 h 4363327"/>
              <a:gd name="connsiteX3" fmla="*/ 8851917 w 8851917"/>
              <a:gd name="connsiteY3" fmla="*/ 0 h 4363327"/>
              <a:gd name="connsiteX4" fmla="*/ 0 w 8851917"/>
              <a:gd name="connsiteY4" fmla="*/ 0 h 4363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51917" h="4363327">
                <a:moveTo>
                  <a:pt x="0" y="0"/>
                </a:moveTo>
                <a:lnTo>
                  <a:pt x="0" y="4363327"/>
                </a:lnTo>
                <a:lnTo>
                  <a:pt x="4498517" y="4363327"/>
                </a:lnTo>
                <a:lnTo>
                  <a:pt x="8851917" y="0"/>
                </a:lnTo>
                <a:lnTo>
                  <a:pt x="0" y="0"/>
                </a:lnTo>
                <a:close/>
              </a:path>
            </a:pathLst>
          </a:custGeom>
          <a:solidFill>
            <a:srgbClr val="89D1FF"/>
          </a:solidFill>
          <a:ln w="1523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72 Brand" panose="020B0504030603020204" pitchFamily="34" charset="0"/>
            </a:endParaRP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29E6C33-847C-5792-E2BD-5963C662EC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55738" y="3256398"/>
            <a:ext cx="9282112" cy="646112"/>
          </a:xfrm>
        </p:spPr>
        <p:txBody>
          <a:bodyPr anchor="ctr" anchorCtr="0">
            <a:noAutofit/>
          </a:bodyPr>
          <a:lstStyle>
            <a:lvl1pPr>
              <a:lnSpc>
                <a:spcPct val="100000"/>
              </a:lnSpc>
              <a:defRPr sz="3600" b="0" i="0">
                <a:solidFill>
                  <a:schemeClr val="tx1"/>
                </a:solidFill>
                <a:latin typeface="72 Brand Medium" panose="020B0504030603020204" pitchFamily="34" charset="0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dirty="0"/>
              <a:t>“Add Quote”</a:t>
            </a:r>
            <a:endParaRPr lang="de-DE" sz="3600" kern="0" dirty="0" err="1"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F45BB20-CC77-71AE-A785-DCD42C2AEC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409825" y="5832475"/>
            <a:ext cx="8328025" cy="520700"/>
          </a:xfrm>
        </p:spPr>
        <p:txBody>
          <a:bodyPr/>
          <a:lstStyle>
            <a:lvl1pPr>
              <a:defRPr sz="1400"/>
            </a:lvl1pPr>
          </a:lstStyle>
          <a:p>
            <a:pPr lvl="0"/>
            <a:r>
              <a:rPr lang="en-GB" dirty="0"/>
              <a:t>Speaker,</a:t>
            </a:r>
          </a:p>
          <a:p>
            <a:pPr lvl="0"/>
            <a:r>
              <a:rPr lang="en-GB" dirty="0"/>
              <a:t>Company, Role</a:t>
            </a:r>
            <a:endParaRPr lang="en-DE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96E6B39-45BC-B141-4D4B-63CD006D46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3238" y="503238"/>
            <a:ext cx="11183937" cy="370800"/>
          </a:xfrm>
        </p:spPr>
        <p:txBody>
          <a:bodyPr/>
          <a:lstStyle>
            <a:lvl1pPr>
              <a:defRPr sz="2400">
                <a:latin typeface="72 Brand Medium" panose="020B0604030603020204" pitchFamily="34" charset="0"/>
              </a:defRPr>
            </a:lvl1pPr>
          </a:lstStyle>
          <a:p>
            <a:pPr lvl="0"/>
            <a:r>
              <a:rPr lang="en-GB" dirty="0"/>
              <a:t>Insert page title (sentence case)</a:t>
            </a:r>
          </a:p>
        </p:txBody>
      </p:sp>
      <p:sp>
        <p:nvSpPr>
          <p:cNvPr id="14" name="Slide number">
            <a:extLst>
              <a:ext uri="{FF2B5EF4-FFF2-40B4-BE49-F238E27FC236}">
                <a16:creationId xmlns:a16="http://schemas.microsoft.com/office/drawing/2014/main" id="{5F0AAD8A-B1FC-600E-7D99-98736F5CDDB9}"/>
              </a:ext>
            </a:extLst>
          </p:cNvPr>
          <p:cNvSpPr txBox="1"/>
          <p:nvPr userDrawn="1"/>
        </p:nvSpPr>
        <p:spPr bwMode="black">
          <a:xfrm>
            <a:off x="11546207" y="6536751"/>
            <a:ext cx="14427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84138" indent="-84138">
              <a:buClr>
                <a:schemeClr val="tx1"/>
              </a:buClr>
              <a:buFont typeface="Arial" pitchFamily="34" charset="0"/>
              <a:buChar char="©"/>
              <a:tabLst/>
              <a:defRPr sz="600"/>
            </a:lvl1pPr>
          </a:lstStyle>
          <a:p>
            <a:pPr marL="0" lvl="0" indent="0" algn="r">
              <a:buNone/>
            </a:pPr>
            <a:fld id="{0BDC132A-5C91-4078-9777-31DA19A62E0A}" type="slidenum">
              <a:rPr lang="en-US" sz="900" b="0" i="0" noProof="0" smtClean="0">
                <a:latin typeface="+mn-lt"/>
              </a:rPr>
              <a:pPr marL="0" lvl="0" indent="0" algn="r">
                <a:buNone/>
              </a:pPr>
              <a:t>‹#›</a:t>
            </a:fld>
            <a:endParaRPr lang="en-US" sz="900" b="0" i="0" noProof="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87012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341">
          <p15:clr>
            <a:srgbClr val="FBAE40"/>
          </p15:clr>
        </p15:guide>
        <p15:guide id="7" orient="horz" pos="3475" userDrawn="1">
          <p15:clr>
            <a:srgbClr val="FBAE40"/>
          </p15:clr>
        </p15:guide>
        <p15:guide id="8" orient="horz" pos="323" userDrawn="1">
          <p15:clr>
            <a:srgbClr val="FBAE40"/>
          </p15:clr>
        </p15:guide>
        <p15:guide id="9" orient="horz" pos="550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 &amp; A">
    <p:bg>
      <p:bgPr>
        <a:solidFill>
          <a:srgbClr val="D1E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729E6C33-847C-5792-E2BD-5963C662EC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3238" y="2781300"/>
            <a:ext cx="4765675" cy="646112"/>
          </a:xfrm>
        </p:spPr>
        <p:txBody>
          <a:bodyPr anchor="ctr" anchorCtr="0">
            <a:noAutofit/>
          </a:bodyPr>
          <a:lstStyle>
            <a:lvl1pPr>
              <a:lnSpc>
                <a:spcPct val="100000"/>
              </a:lnSpc>
              <a:defRPr sz="3600" b="0" i="0">
                <a:solidFill>
                  <a:schemeClr val="tx1"/>
                </a:solidFill>
                <a:latin typeface="72 Brand Medium" panose="020B0504030603020204" pitchFamily="34" charset="0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dirty="0"/>
              <a:t>What's On Your Mind?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96E6B39-45BC-B141-4D4B-63CD006D46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3238" y="503238"/>
            <a:ext cx="11183937" cy="370800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72 Brand Medium" panose="020B0604030603020204" pitchFamily="34" charset="0"/>
              </a:defRPr>
            </a:lvl1pPr>
          </a:lstStyle>
          <a:p>
            <a:pPr lvl="0"/>
            <a:r>
              <a:rPr lang="en-GB" dirty="0"/>
              <a:t>Insert page title (sentence case)</a:t>
            </a:r>
          </a:p>
        </p:txBody>
      </p:sp>
      <p:sp>
        <p:nvSpPr>
          <p:cNvPr id="14" name="Slide number">
            <a:extLst>
              <a:ext uri="{FF2B5EF4-FFF2-40B4-BE49-F238E27FC236}">
                <a16:creationId xmlns:a16="http://schemas.microsoft.com/office/drawing/2014/main" id="{5F0AAD8A-B1FC-600E-7D99-98736F5CDDB9}"/>
              </a:ext>
            </a:extLst>
          </p:cNvPr>
          <p:cNvSpPr txBox="1"/>
          <p:nvPr userDrawn="1"/>
        </p:nvSpPr>
        <p:spPr bwMode="black">
          <a:xfrm>
            <a:off x="11546207" y="6536751"/>
            <a:ext cx="14427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84138" indent="-84138">
              <a:buClr>
                <a:schemeClr val="tx1"/>
              </a:buClr>
              <a:buFont typeface="Arial" pitchFamily="34" charset="0"/>
              <a:buChar char="©"/>
              <a:tabLst/>
              <a:defRPr sz="600"/>
            </a:lvl1pPr>
          </a:lstStyle>
          <a:p>
            <a:pPr marL="0" lvl="0" indent="0" algn="r">
              <a:buNone/>
            </a:pPr>
            <a:fld id="{0BDC132A-5C91-4078-9777-31DA19A62E0A}" type="slidenum">
              <a:rPr lang="en-US" sz="900" b="0" i="0" noProof="0" smtClean="0">
                <a:latin typeface="+mn-lt"/>
              </a:rPr>
              <a:pPr marL="0" lvl="0" indent="0" algn="r">
                <a:buNone/>
              </a:pPr>
              <a:t>‹#›</a:t>
            </a:fld>
            <a:endParaRPr lang="en-US" sz="900" b="0" i="0" noProof="0" dirty="0">
              <a:latin typeface="+mn-lt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5DED969-77E2-26AA-CB6C-CBBE1D08826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3238" y="3725638"/>
            <a:ext cx="4765675" cy="393925"/>
          </a:xfrm>
        </p:spPr>
        <p:txBody>
          <a:bodyPr/>
          <a:lstStyle>
            <a:lvl1pPr>
              <a:defRPr sz="2000">
                <a:solidFill>
                  <a:schemeClr val="tx1"/>
                </a:solidFill>
              </a:defRPr>
            </a:lvl1pPr>
            <a:lvl5pPr>
              <a:defRPr/>
            </a:lvl5pPr>
          </a:lstStyle>
          <a:p>
            <a:pPr lvl="0"/>
            <a:r>
              <a:rPr lang="en-GB" dirty="0"/>
              <a:t>You Ask, We Answer.</a:t>
            </a:r>
          </a:p>
        </p:txBody>
      </p:sp>
      <p:sp>
        <p:nvSpPr>
          <p:cNvPr id="15" name="Freeform 139">
            <a:extLst>
              <a:ext uri="{FF2B5EF4-FFF2-40B4-BE49-F238E27FC236}">
                <a16:creationId xmlns:a16="http://schemas.microsoft.com/office/drawing/2014/main" id="{56FC0E0D-AC3F-5FC3-96B0-FC51FA509DAC}"/>
              </a:ext>
            </a:extLst>
          </p:cNvPr>
          <p:cNvSpPr>
            <a:spLocks noChangeAspect="1"/>
          </p:cNvSpPr>
          <p:nvPr userDrawn="1"/>
        </p:nvSpPr>
        <p:spPr>
          <a:xfrm>
            <a:off x="5970588" y="1931313"/>
            <a:ext cx="5660044" cy="2829600"/>
          </a:xfrm>
          <a:custGeom>
            <a:avLst/>
            <a:gdLst>
              <a:gd name="connsiteX0" fmla="*/ 3258914 w 3582451"/>
              <a:gd name="connsiteY0" fmla="*/ 133987 h 1790958"/>
              <a:gd name="connsiteX1" fmla="*/ 1735702 w 3582451"/>
              <a:gd name="connsiteY1" fmla="*/ 1656971 h 1790958"/>
              <a:gd name="connsiteX2" fmla="*/ 134007 w 3582451"/>
              <a:gd name="connsiteY2" fmla="*/ 1656971 h 1790958"/>
              <a:gd name="connsiteX3" fmla="*/ 134007 w 3582451"/>
              <a:gd name="connsiteY3" fmla="*/ 133987 h 1790958"/>
              <a:gd name="connsiteX4" fmla="*/ 3258914 w 3582451"/>
              <a:gd name="connsiteY4" fmla="*/ 133987 h 1790958"/>
              <a:gd name="connsiteX5" fmla="*/ 3582451 w 3582451"/>
              <a:gd name="connsiteY5" fmla="*/ 0 h 1790958"/>
              <a:gd name="connsiteX6" fmla="*/ 0 w 3582451"/>
              <a:gd name="connsiteY6" fmla="*/ 0 h 1790958"/>
              <a:gd name="connsiteX7" fmla="*/ 0 w 3582451"/>
              <a:gd name="connsiteY7" fmla="*/ 1790958 h 1790958"/>
              <a:gd name="connsiteX8" fmla="*/ 1791226 w 3582451"/>
              <a:gd name="connsiteY8" fmla="*/ 1790958 h 1790958"/>
              <a:gd name="connsiteX9" fmla="*/ 3582451 w 3582451"/>
              <a:gd name="connsiteY9" fmla="*/ 0 h 1790958"/>
              <a:gd name="connsiteX10" fmla="*/ 3582451 w 3582451"/>
              <a:gd name="connsiteY10" fmla="*/ 0 h 1790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582451" h="1790958">
                <a:moveTo>
                  <a:pt x="3258914" y="133987"/>
                </a:moveTo>
                <a:lnTo>
                  <a:pt x="1735702" y="1656971"/>
                </a:lnTo>
                <a:lnTo>
                  <a:pt x="134007" y="1656971"/>
                </a:lnTo>
                <a:lnTo>
                  <a:pt x="134007" y="133987"/>
                </a:lnTo>
                <a:lnTo>
                  <a:pt x="3258914" y="133987"/>
                </a:lnTo>
                <a:moveTo>
                  <a:pt x="3582451" y="0"/>
                </a:moveTo>
                <a:lnTo>
                  <a:pt x="0" y="0"/>
                </a:lnTo>
                <a:lnTo>
                  <a:pt x="0" y="1790958"/>
                </a:lnTo>
                <a:lnTo>
                  <a:pt x="1791226" y="1790958"/>
                </a:lnTo>
                <a:lnTo>
                  <a:pt x="3582451" y="0"/>
                </a:lnTo>
                <a:lnTo>
                  <a:pt x="3582451" y="0"/>
                </a:lnTo>
                <a:close/>
              </a:path>
            </a:pathLst>
          </a:custGeom>
          <a:solidFill>
            <a:srgbClr val="1B90FF"/>
          </a:solidFill>
          <a:ln w="4467" cap="flat">
            <a:noFill/>
            <a:prstDash val="solid"/>
            <a:miter/>
          </a:ln>
        </p:spPr>
        <p:txBody>
          <a:bodyPr rtlCol="0" anchor="ctr"/>
          <a:lstStyle/>
          <a:p>
            <a:pPr defTabSz="1088654"/>
            <a:endParaRPr lang="en-US" sz="2100">
              <a:solidFill>
                <a:srgbClr val="000000"/>
              </a:solidFill>
              <a:latin typeface="72 Brand" panose="020B05040306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87445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341">
          <p15:clr>
            <a:srgbClr val="FBAE40"/>
          </p15:clr>
        </p15:guide>
        <p15:guide id="7" orient="horz" pos="1752" userDrawn="1">
          <p15:clr>
            <a:srgbClr val="FBAE40"/>
          </p15:clr>
        </p15:guide>
        <p15:guide id="8" orient="horz" pos="323">
          <p15:clr>
            <a:srgbClr val="FBAE40"/>
          </p15:clr>
        </p15:guide>
        <p15:guide id="9" orient="horz" pos="55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433C5639-DDA2-864A-9DC3-7FC80AC852D5}"/>
              </a:ext>
            </a:extLst>
          </p:cNvPr>
          <p:cNvSpPr txBox="1"/>
          <p:nvPr userDrawn="1"/>
        </p:nvSpPr>
        <p:spPr>
          <a:xfrm>
            <a:off x="503238" y="2905125"/>
            <a:ext cx="1837041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1088776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buFontTx/>
              <a:buNone/>
              <a:tabLst/>
              <a:defRPr/>
            </a:pPr>
            <a:r>
              <a:rPr lang="en-US" sz="1600" b="0" i="0" dirty="0">
                <a:latin typeface="+mn-lt"/>
              </a:rPr>
              <a:t>Contact information: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692DE12-4084-77D2-FD2A-8E63F6FBE7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3238" y="1543050"/>
            <a:ext cx="5465762" cy="846386"/>
          </a:xfrm>
        </p:spPr>
        <p:txBody>
          <a:bodyPr/>
          <a:lstStyle>
            <a:lvl1pPr>
              <a:defRPr sz="5500" b="0" i="0">
                <a:latin typeface="72 Brand Medium" panose="020B0504030603020204" pitchFamily="34" charset="0"/>
              </a:defRPr>
            </a:lvl1pPr>
          </a:lstStyle>
          <a:p>
            <a:r>
              <a:rPr lang="en-GB" dirty="0"/>
              <a:t>Thank you.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2C865E-BEC1-EE4C-E61C-369AEE2DFC7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183947" y="5990000"/>
            <a:ext cx="3506403" cy="360000"/>
          </a:xfrm>
          <a:prstGeom prst="rect">
            <a:avLst/>
          </a:prstGeom>
        </p:spPr>
      </p:pic>
      <p:sp>
        <p:nvSpPr>
          <p:cNvPr id="2" name="Copyright Placeholder" descr="{&quot;templafy&quot;:{&quot;id&quot;:&quot;ba9fff8e-a26f-4604-9418-39eec7243848&quot;}}">
            <a:extLst>
              <a:ext uri="{FF2B5EF4-FFF2-40B4-BE49-F238E27FC236}">
                <a16:creationId xmlns:a16="http://schemas.microsoft.com/office/drawing/2014/main" id="{565E87ED-3DFA-D2CD-24E2-199538EC4F11}"/>
              </a:ext>
            </a:extLst>
          </p:cNvPr>
          <p:cNvSpPr txBox="1">
            <a:spLocks/>
          </p:cNvSpPr>
          <p:nvPr userDrawn="1"/>
        </p:nvSpPr>
        <p:spPr>
          <a:xfrm>
            <a:off x="504000" y="6145872"/>
            <a:ext cx="6704011" cy="208122"/>
          </a:xfrm>
          <a:prstGeom prst="rect">
            <a:avLst/>
          </a:prstGeom>
          <a:noFill/>
        </p:spPr>
        <p:txBody>
          <a:bodyPr lIns="0" tIns="0" rIns="0" bIns="0" anchor="ctr" anchorCtr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>
                <a:schemeClr val="accent1"/>
              </a:buClr>
              <a:buSzPct val="80000"/>
              <a:buFontTx/>
              <a:buNone/>
              <a:defRPr sz="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20000"/>
              <a:buFont typeface="Arial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892" indent="0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None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dirty="0">
                <a:latin typeface="72 Brand" panose="020B0504030603020204" pitchFamily="34" charset="0"/>
                <a:cs typeface="Arial" panose="020B0604020202020204" pitchFamily="34" charset="0"/>
              </a:rPr>
              <a:t>© 2026</a:t>
            </a:r>
            <a:r>
              <a:rPr lang="en-GB" dirty="0">
                <a:latin typeface="72 Brand" panose="020B0504030603020204" pitchFamily="34" charset="0"/>
              </a:rPr>
              <a:t> SAP SE or an SAP affiliate company. All rights reserved. See Legal Notice on www.sap.com/legal-notice for use terms, disclaimers, disclosures, or restrictions related to this material.</a:t>
            </a:r>
            <a:endParaRPr lang="en-US" dirty="0">
              <a:latin typeface="72 Brand" panose="020B0504030603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1090314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2" orient="horz" pos="970" userDrawn="1">
          <p15:clr>
            <a:srgbClr val="FBAE40"/>
          </p15:clr>
        </p15:guide>
        <p15:guide id="4" orient="horz" pos="1830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4000" y="4024430"/>
            <a:ext cx="5466588" cy="998420"/>
          </a:xfrm>
        </p:spPr>
        <p:txBody>
          <a:bodyPr vert="horz" wrap="square" lIns="0" tIns="0" rIns="0" bIns="0" rtlCol="0">
            <a:noAutofit/>
          </a:bodyPr>
          <a:lstStyle>
            <a:lvl1pPr>
              <a:lnSpc>
                <a:spcPct val="90000"/>
              </a:lnSpc>
              <a:defRPr lang="de-DE" sz="5500" b="0" i="0" dirty="0">
                <a:latin typeface="72 Brand Medium" panose="020B0504030603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Thank you.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FA78832-C268-4EC5-BB82-7F9D7F5B51B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-1"/>
            <a:ext cx="12195175" cy="3430800"/>
          </a:xfrm>
        </p:spPr>
        <p:txBody>
          <a:bodyPr anchor="ctr" anchorCtr="0"/>
          <a:lstStyle>
            <a:lvl1pPr marL="0" marR="0" indent="0" algn="ctr" defTabSz="1088558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lvl1pPr>
          </a:lstStyle>
          <a:p>
            <a:pPr marL="0" marR="0" lvl="0" indent="0" algn="ctr" defTabSz="1088558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F8F6905-A0D4-DA0D-B1C3-892DEA90CF6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129588" y="5990000"/>
            <a:ext cx="3506403" cy="360000"/>
          </a:xfrm>
          <a:prstGeom prst="rect">
            <a:avLst/>
          </a:prstGeom>
        </p:spPr>
      </p:pic>
      <p:sp>
        <p:nvSpPr>
          <p:cNvPr id="5" name="Copyright Placeholder" descr="{&quot;templafy&quot;:{&quot;id&quot;:&quot;ba9fff8e-a26f-4604-9418-39eec7243848&quot;}}">
            <a:extLst>
              <a:ext uri="{FF2B5EF4-FFF2-40B4-BE49-F238E27FC236}">
                <a16:creationId xmlns:a16="http://schemas.microsoft.com/office/drawing/2014/main" id="{C0F15E99-C02F-C566-8827-500E6A9C1D4E}"/>
              </a:ext>
            </a:extLst>
          </p:cNvPr>
          <p:cNvSpPr txBox="1">
            <a:spLocks/>
          </p:cNvSpPr>
          <p:nvPr userDrawn="1"/>
        </p:nvSpPr>
        <p:spPr>
          <a:xfrm>
            <a:off x="504000" y="6145872"/>
            <a:ext cx="6704011" cy="208122"/>
          </a:xfrm>
          <a:prstGeom prst="rect">
            <a:avLst/>
          </a:prstGeom>
          <a:noFill/>
        </p:spPr>
        <p:txBody>
          <a:bodyPr lIns="0" tIns="0" rIns="0" bIns="0" anchor="ctr" anchorCtr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>
                <a:schemeClr val="accent1"/>
              </a:buClr>
              <a:buSzPct val="80000"/>
              <a:buFontTx/>
              <a:buNone/>
              <a:defRPr sz="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20000"/>
              <a:buFont typeface="Arial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892" indent="0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None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dirty="0">
                <a:latin typeface="72 Brand" panose="020B0504030603020204" pitchFamily="34" charset="0"/>
                <a:cs typeface="Arial" panose="020B0604020202020204" pitchFamily="34" charset="0"/>
              </a:rPr>
              <a:t>© 2026</a:t>
            </a:r>
            <a:r>
              <a:rPr lang="en-GB" dirty="0">
                <a:latin typeface="72 Brand" panose="020B0504030603020204" pitchFamily="34" charset="0"/>
              </a:rPr>
              <a:t> SAP SE or an SAP affiliate company. All rights reserved. See Legal Notice on www.sap.com/legal-notice for use terms, disclaimers, disclosures, or restrictions related to this material.</a:t>
            </a:r>
            <a:endParaRPr lang="en-US" dirty="0">
              <a:latin typeface="72 Brand" panose="020B0504030603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EC35C5B-3872-7864-2787-0C648AA99BB6}"/>
              </a:ext>
            </a:extLst>
          </p:cNvPr>
          <p:cNvSpPr/>
          <p:nvPr userDrawn="1"/>
        </p:nvSpPr>
        <p:spPr bwMode="gray">
          <a:xfrm>
            <a:off x="11296650" y="6494825"/>
            <a:ext cx="898525" cy="360000"/>
          </a:xfrm>
          <a:prstGeom prst="rect">
            <a:avLst/>
          </a:prstGeom>
          <a:solidFill>
            <a:schemeClr val="bg1"/>
          </a:solidFill>
          <a:ln w="28575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DE" sz="1400" b="0" i="0" u="none" strike="noStrike" kern="0" cap="none" spc="0" normalizeH="0" baseline="0" noProof="0" dirty="0" err="1">
              <a:ln>
                <a:noFill/>
              </a:ln>
              <a:effectLst/>
              <a:uLnTx/>
              <a:uFillTx/>
              <a:latin typeface="+mn-lt"/>
              <a:ea typeface="72 Brand" pitchFamily="34" charset="-128"/>
              <a:cs typeface="72 Brand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359677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3" orient="horz" pos="2162">
          <p15:clr>
            <a:srgbClr val="FBAE40"/>
          </p15:clr>
        </p15:guide>
        <p15:guide id="4" pos="326" userDrawn="1">
          <p15:clr>
            <a:srgbClr val="A4A3A4"/>
          </p15:clr>
        </p15:guide>
        <p15:guide id="5" orient="horz" pos="2534">
          <p15:clr>
            <a:srgbClr val="FBAE40"/>
          </p15:clr>
        </p15:guide>
        <p15:guide id="6" orient="horz" pos="3164">
          <p15:clr>
            <a:srgbClr val="FBAE40"/>
          </p15:clr>
        </p15:guide>
        <p15:guide id="7" orient="horz" pos="3232">
          <p15:clr>
            <a:srgbClr val="FBAE40"/>
          </p15:clr>
        </p15:guide>
        <p15:guide id="8" orient="horz" pos="3543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421819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ser guide TIPS &amp; TRI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8A4BFCE-B81D-CBD1-C182-360E8B61B7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1" r="69235" b="-57172"/>
          <a:stretch/>
        </p:blipFill>
        <p:spPr>
          <a:xfrm>
            <a:off x="8283791" y="1604962"/>
            <a:ext cx="343400" cy="56830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B9183E9-C13E-58A0-4347-EB86D2AEA0F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1606" t="3929"/>
          <a:stretch/>
        </p:blipFill>
        <p:spPr>
          <a:xfrm>
            <a:off x="8129588" y="2073216"/>
            <a:ext cx="651804" cy="347377"/>
          </a:xfrm>
          <a:prstGeom prst="rect">
            <a:avLst/>
          </a:prstGeom>
        </p:spPr>
      </p:pic>
      <p:sp>
        <p:nvSpPr>
          <p:cNvPr id="23" name="Text Box 3">
            <a:extLst>
              <a:ext uri="{FF2B5EF4-FFF2-40B4-BE49-F238E27FC236}">
                <a16:creationId xmlns:a16="http://schemas.microsoft.com/office/drawing/2014/main" id="{19798472-DC87-414E-BC4E-CFAF99EF0ED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105509" y="1142617"/>
            <a:ext cx="2177030" cy="4924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PICTURES</a:t>
            </a:r>
            <a:endParaRPr lang="en-GB" sz="1400" dirty="0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Insert corporate picture from Templafy</a:t>
            </a:r>
            <a:endParaRPr lang="en-GB" altLang="da-DK" sz="900" b="0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1.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Click the blue </a:t>
            </a:r>
            <a:r>
              <a:rPr lang="en-GB" altLang="da-DK" sz="900" b="1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Templafy </a:t>
            </a:r>
            <a:r>
              <a:rPr lang="en-GB" altLang="da-DK" sz="900" b="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button to view Templafy pane on right side of the screen, if it is not already there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altLang="da-DK" sz="900" b="1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2. </a:t>
            </a:r>
            <a:r>
              <a:rPr lang="en-GB" altLang="da-DK" sz="900" b="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Select picture placeholder by clicking on the frame (at the edge)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altLang="da-DK" sz="900" b="1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3</a:t>
            </a:r>
            <a:r>
              <a:rPr lang="en-GB" altLang="da-DK" sz="900" b="0" baseline="0" noProof="1">
                <a:solidFill>
                  <a:srgbClr val="000000"/>
                </a:solidFill>
                <a:latin typeface="+mn-lt"/>
                <a:cs typeface="Lundbeck Display" panose="020B0402040504020204" pitchFamily="34" charset="0"/>
              </a:rPr>
              <a:t> Click the </a:t>
            </a:r>
            <a:r>
              <a:rPr lang="en-GB" altLang="da-DK" sz="900" b="1" baseline="0" noProof="1">
                <a:solidFill>
                  <a:srgbClr val="000000"/>
                </a:solidFill>
                <a:latin typeface="+mn-lt"/>
                <a:cs typeface="Lundbeck Display" panose="020B0402040504020204" pitchFamily="34" charset="0"/>
              </a:rPr>
              <a:t>Images </a:t>
            </a:r>
            <a:r>
              <a:rPr lang="en-GB" altLang="da-DK" sz="900" b="0" i="0" baseline="0" noProof="1">
                <a:solidFill>
                  <a:srgbClr val="000000"/>
                </a:solidFill>
                <a:latin typeface="+mn-lt"/>
                <a:cs typeface="Lundbeck Display" panose="020B0402040504020204" pitchFamily="34" charset="0"/>
              </a:rPr>
              <a:t>button</a:t>
            </a:r>
            <a:r>
              <a:rPr lang="en-GB" altLang="da-DK" sz="900" b="0" baseline="0" noProof="1">
                <a:solidFill>
                  <a:srgbClr val="000000"/>
                </a:solidFill>
                <a:latin typeface="+mn-lt"/>
                <a:cs typeface="Lundbeck Display" panose="020B0402040504020204" pitchFamily="34" charset="0"/>
              </a:rPr>
              <a:t> in the Templafy pane</a:t>
            </a:r>
            <a:endParaRPr lang="en-GB" altLang="da-DK" sz="900" b="0" baseline="0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altLang="da-DK" sz="900" b="1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Hint: </a:t>
            </a:r>
            <a:r>
              <a:rPr lang="en-GB" altLang="da-DK" sz="900" b="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You can search for images in the search field.</a:t>
            </a:r>
            <a:br>
              <a:rPr lang="en-GB" altLang="da-DK" sz="900" b="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endParaRPr lang="en-GB" altLang="da-DK" sz="900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altLang="da-DK" sz="900" b="1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Insert picture from other location</a:t>
            </a:r>
          </a:p>
          <a:p>
            <a:pPr eaLnBrk="1" hangingPunct="1">
              <a:lnSpc>
                <a:spcPct val="100000"/>
              </a:lnSpc>
              <a:spcAft>
                <a:spcPts val="600"/>
              </a:spcAft>
              <a:defRPr/>
            </a:pP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On slides with pictureplaceholder, click on the icon and choose </a:t>
            </a: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Insert 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to browse for picture</a:t>
            </a:r>
            <a:endParaRPr lang="en-GB" altLang="da-DK" sz="900" b="1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defRPr/>
            </a:pPr>
            <a:r>
              <a:rPr lang="en-GB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Crop picture</a:t>
            </a:r>
          </a:p>
          <a:p>
            <a:pPr eaLnBrk="1" hangingPunct="1">
              <a:lnSpc>
                <a:spcPct val="100000"/>
              </a:lnSpc>
              <a:spcAft>
                <a:spcPts val="600"/>
              </a:spcAft>
              <a:defRPr/>
            </a:pP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1. 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Click </a:t>
            </a: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Crop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to change size or focus of the picture</a:t>
            </a:r>
          </a:p>
          <a:p>
            <a:pPr eaLnBrk="1" hangingPunct="1">
              <a:lnSpc>
                <a:spcPct val="100000"/>
              </a:lnSpc>
              <a:spcAft>
                <a:spcPts val="600"/>
              </a:spcAft>
              <a:defRPr/>
            </a:pP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2. 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If you want to scale the picture, hold </a:t>
            </a: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-key down while dragging the corners of the picture</a:t>
            </a:r>
          </a:p>
          <a:p>
            <a:pPr eaLnBrk="1" hangingPunct="1">
              <a:lnSpc>
                <a:spcPct val="100000"/>
              </a:lnSpc>
              <a:spcAft>
                <a:spcPts val="600"/>
              </a:spcAft>
              <a:defRPr/>
            </a:pP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HINT: 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If you delete the picture and insert a new one, the picture may lie in front of the text or graphic. If this happens, select the picture, right-click and choose </a:t>
            </a: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Send to Back</a:t>
            </a:r>
          </a:p>
        </p:txBody>
      </p:sp>
      <p:sp>
        <p:nvSpPr>
          <p:cNvPr id="42" name="Text Box 2">
            <a:extLst>
              <a:ext uri="{FF2B5EF4-FFF2-40B4-BE49-F238E27FC236}">
                <a16:creationId xmlns:a16="http://schemas.microsoft.com/office/drawing/2014/main" id="{00AD0EBC-0A41-4B26-9D79-79E0C00BBA8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03238" y="1142617"/>
            <a:ext cx="1741943" cy="47956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no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TEXT STYLES</a:t>
            </a:r>
            <a:endParaRPr lang="en-GB" altLang="da-DK" sz="1200" b="0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spcAft>
                <a:spcPts val="600"/>
              </a:spcAft>
              <a:defRPr/>
            </a:pP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Use the </a:t>
            </a: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TAB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-key</a:t>
            </a:r>
            <a:r>
              <a:rPr lang="en-GB" altLang="da-DK" sz="900" b="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to jump through levels. Click </a:t>
            </a:r>
            <a:r>
              <a:rPr lang="en-GB" altLang="da-DK" sz="900" b="1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ENTER</a:t>
            </a:r>
            <a:r>
              <a:rPr lang="en-GB" altLang="da-DK" sz="900" b="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, then </a:t>
            </a:r>
            <a:r>
              <a:rPr lang="en-GB" altLang="da-DK" sz="900" b="1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TAB</a:t>
            </a:r>
            <a:r>
              <a:rPr lang="en-GB" altLang="da-DK" sz="900" b="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to switch from one level to the next level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en-GB" altLang="da-DK" sz="900" b="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To go back in levels use </a:t>
            </a:r>
            <a:r>
              <a:rPr lang="en-GB" altLang="da-DK" sz="900" b="1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SHIFT+TAB</a:t>
            </a:r>
            <a:endParaRPr lang="en-GB" sz="900" b="1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spcAft>
                <a:spcPts val="600"/>
              </a:spcAft>
              <a:defRPr/>
            </a:pPr>
            <a:r>
              <a:rPr lang="en-GB" sz="90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Alternatively, </a:t>
            </a:r>
            <a:r>
              <a:rPr lang="en-GB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Increase</a:t>
            </a:r>
            <a:r>
              <a:rPr lang="en-GB" sz="90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and </a:t>
            </a:r>
            <a:r>
              <a:rPr lang="en-GB" sz="900" b="1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Decrease </a:t>
            </a:r>
            <a:r>
              <a:rPr lang="en-GB" sz="90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list level can be used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HINT: </a:t>
            </a:r>
            <a:r>
              <a:rPr lang="en-GB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Use bullet button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Delete bullet for regular text.</a:t>
            </a:r>
            <a:b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Click on the bullet button to reaply the correct bullet again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b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r>
              <a:rPr lang="en-GB" sz="1200" dirty="0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SLIDES &amp; LAYOUTS</a:t>
            </a:r>
            <a:endParaRPr lang="en-GB" sz="1200" b="1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Click on the menu </a:t>
            </a: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New Slide 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in the </a:t>
            </a: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Home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tab to insert a new slide</a:t>
            </a:r>
            <a:b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b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Change layout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sz="900" noProof="1">
                <a:solidFill>
                  <a:srgbClr val="000000"/>
                </a:solidFill>
                <a:latin typeface="+mn-lt"/>
                <a:ea typeface="Arial" panose="020B0604020202020204" pitchFamily="34" charset="0"/>
                <a:cs typeface="Arial" panose="020B0604020202020204" pitchFamily="34" charset="0"/>
              </a:rPr>
              <a:t>Click on the arrow next to </a:t>
            </a:r>
            <a:r>
              <a:rPr lang="en-GB" sz="900" b="1" noProof="1">
                <a:solidFill>
                  <a:srgbClr val="000000"/>
                </a:solidFill>
                <a:latin typeface="+mn-lt"/>
                <a:ea typeface="Arial" panose="020B0604020202020204" pitchFamily="34" charset="0"/>
                <a:cs typeface="Arial" panose="020B0604020202020204" pitchFamily="34" charset="0"/>
              </a:rPr>
              <a:t>Layout </a:t>
            </a:r>
            <a:r>
              <a:rPr lang="en-GB" sz="900" noProof="1">
                <a:solidFill>
                  <a:srgbClr val="000000"/>
                </a:solidFill>
                <a:latin typeface="+mn-lt"/>
                <a:ea typeface="Arial" panose="020B0604020202020204" pitchFamily="34" charset="0"/>
                <a:cs typeface="Arial" panose="020B0604020202020204" pitchFamily="34" charset="0"/>
              </a:rPr>
              <a:t>to view a dropdown menu of possible slide layouts</a:t>
            </a:r>
            <a:br>
              <a:rPr lang="en-GB" altLang="da-DK" sz="900" b="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br>
              <a:rPr lang="en-GB" altLang="da-DK" sz="900" b="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r>
              <a:rPr lang="en-GB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Reset slide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+mj-lt"/>
              <a:buNone/>
              <a:tabLst/>
              <a:defRPr/>
            </a:pP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1. </a:t>
            </a:r>
            <a:r>
              <a:rPr lang="en-GB" altLang="da-DK" sz="90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Click the </a:t>
            </a: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Home</a:t>
            </a:r>
            <a:r>
              <a:rPr lang="en-GB" altLang="da-DK" sz="90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tab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+mj-lt"/>
              <a:buNone/>
              <a:tabLst/>
              <a:defRPr/>
            </a:pP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2. </a:t>
            </a:r>
            <a:r>
              <a:rPr lang="en-GB" altLang="da-DK" sz="90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Click the </a:t>
            </a: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Reset</a:t>
            </a:r>
            <a:r>
              <a:rPr lang="en-GB" altLang="da-DK" sz="90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menu to reset position, size and formatting of the slide placeholders to their default settings</a:t>
            </a:r>
          </a:p>
          <a:p>
            <a:pPr eaLnBrk="1" hangingPunct="1">
              <a:spcAft>
                <a:spcPts val="600"/>
              </a:spcAft>
              <a:defRPr/>
            </a:pPr>
            <a:endParaRPr lang="en-GB" altLang="da-DK" sz="900" b="0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46" name="Picture 29">
            <a:extLst>
              <a:ext uri="{FF2B5EF4-FFF2-40B4-BE49-F238E27FC236}">
                <a16:creationId xmlns:a16="http://schemas.microsoft.com/office/drawing/2014/main" id="{6B35B93D-CCEE-48AF-A769-8729CC05BE8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251212" y="2382611"/>
            <a:ext cx="457262" cy="257143"/>
          </a:xfrm>
          <a:prstGeom prst="rect">
            <a:avLst/>
          </a:prstGeom>
        </p:spPr>
      </p:pic>
      <p:pic>
        <p:nvPicPr>
          <p:cNvPr id="55" name="Picture 16">
            <a:extLst>
              <a:ext uri="{FF2B5EF4-FFF2-40B4-BE49-F238E27FC236}">
                <a16:creationId xmlns:a16="http://schemas.microsoft.com/office/drawing/2014/main" id="{A13B127D-1BE4-4C8F-96F6-59C8D10D8F4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251212" y="3852636"/>
            <a:ext cx="328967" cy="505501"/>
          </a:xfrm>
          <a:prstGeom prst="rect">
            <a:avLst/>
          </a:prstGeom>
        </p:spPr>
      </p:pic>
      <p:pic>
        <p:nvPicPr>
          <p:cNvPr id="56" name="Picture 20">
            <a:extLst>
              <a:ext uri="{FF2B5EF4-FFF2-40B4-BE49-F238E27FC236}">
                <a16:creationId xmlns:a16="http://schemas.microsoft.com/office/drawing/2014/main" id="{5730DD9A-26F6-4C14-AE7D-221D2B3F38DD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251212" y="5922364"/>
            <a:ext cx="538605" cy="172841"/>
          </a:xfrm>
          <a:prstGeom prst="rect">
            <a:avLst/>
          </a:prstGeom>
        </p:spPr>
      </p:pic>
      <p:pic>
        <p:nvPicPr>
          <p:cNvPr id="57" name="Picture 19">
            <a:extLst>
              <a:ext uri="{FF2B5EF4-FFF2-40B4-BE49-F238E27FC236}">
                <a16:creationId xmlns:a16="http://schemas.microsoft.com/office/drawing/2014/main" id="{E210FBD4-B8B9-4AFA-9670-2FEBAA1CF37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5259301" y="4485830"/>
            <a:ext cx="313870" cy="543900"/>
          </a:xfrm>
          <a:prstGeom prst="rect">
            <a:avLst/>
          </a:prstGeom>
        </p:spPr>
      </p:pic>
      <p:sp>
        <p:nvSpPr>
          <p:cNvPr id="61" name="Text Box 4">
            <a:extLst>
              <a:ext uri="{FF2B5EF4-FFF2-40B4-BE49-F238E27FC236}">
                <a16:creationId xmlns:a16="http://schemas.microsoft.com/office/drawing/2014/main" id="{DD6A81B7-1FEE-46CF-A623-23E99CFEAFB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238181" y="1142617"/>
            <a:ext cx="2176236" cy="27699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SLIDES &amp; SLIDE ELEMENTS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Lundbeck Display" panose="020B0402040504020204" pitchFamily="34" charset="0"/>
              </a:rPr>
              <a:t>Insert predefined slides and elements using the Templafy pane. Choose </a:t>
            </a: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Lundbeck Display" panose="020B0402040504020204" pitchFamily="34" charset="0"/>
              </a:rPr>
              <a:t>Slides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Lundbeck Display" panose="020B0402040504020204" pitchFamily="34" charset="0"/>
              </a:rPr>
              <a:t> or </a:t>
            </a: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Lundbeck Display" panose="020B0402040504020204" pitchFamily="34" charset="0"/>
              </a:rPr>
              <a:t>Slide elements 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Lundbeck Display" panose="020B0402040504020204" pitchFamily="34" charset="0"/>
              </a:rPr>
              <a:t>from the buttons in the Templafy pane on the right side of the screen</a:t>
            </a:r>
            <a:endParaRPr lang="en-GB" altLang="da-DK" sz="900" b="1" noProof="1">
              <a:solidFill>
                <a:srgbClr val="000000"/>
              </a:solidFill>
              <a:latin typeface="+mn-lt"/>
              <a:cs typeface="Lundbeck Display" panose="020B0402040504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GUIDES</a:t>
            </a:r>
            <a:endParaRPr lang="en-GB" sz="1600" b="1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100000"/>
              </a:lnSpc>
              <a:spcAft>
                <a:spcPts val="600"/>
              </a:spcAft>
              <a:defRPr/>
            </a:pP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Click the </a:t>
            </a: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View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tab and set tick mark next to </a:t>
            </a: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Guides</a:t>
            </a:r>
            <a:endParaRPr lang="en-GB" altLang="da-DK" sz="900" b="0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100000"/>
              </a:lnSpc>
              <a:spcAft>
                <a:spcPts val="600"/>
              </a:spcAft>
              <a:defRPr/>
            </a:pP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HINT: Alt + F9 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for quick view of guides</a:t>
            </a:r>
            <a:b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Mac: </a:t>
            </a:r>
            <a:r>
              <a:rPr lang="en-GB" sz="900" b="0" i="0" dirty="0">
                <a:solidFill>
                  <a:srgbClr val="000000"/>
                </a:solidFill>
                <a:effectLst/>
                <a:latin typeface="+mn-lt"/>
              </a:rPr>
              <a:t>⌘ 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+ option + ctrl + G</a:t>
            </a:r>
            <a:r>
              <a:rPr lang="en-GB" altLang="da-DK" sz="898" b="0" kern="1200" noProof="1">
                <a:solidFill>
                  <a:srgbClr val="000000"/>
                </a:solidFill>
                <a:latin typeface="+mn-lt"/>
                <a:ea typeface="+mn-ea"/>
                <a:cs typeface="Arial" panose="020B0604020202020204" pitchFamily="34" charset="0"/>
              </a:rPr>
              <a:t>.</a:t>
            </a:r>
            <a:endParaRPr lang="en-GB" altLang="da-DK" sz="900" b="0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COLOR</a:t>
            </a:r>
            <a:br>
              <a:rPr lang="en-GB" sz="1200" dirty="0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r>
              <a:rPr lang="en-GB" sz="900" b="0" kern="1200" dirty="0">
                <a:solidFill>
                  <a:srgbClr val="000000"/>
                </a:solidFill>
                <a:latin typeface="+mn-lt"/>
                <a:ea typeface="+mn-ea"/>
                <a:cs typeface="Arial" panose="020B0604020202020204" pitchFamily="34" charset="0"/>
              </a:rPr>
              <a:t>Use the top colors in the Theme Colors or from the Custom Colors</a:t>
            </a:r>
            <a:endParaRPr lang="en-GB" altLang="da-DK" sz="900" b="0" kern="1200" noProof="1">
              <a:solidFill>
                <a:srgbClr val="000000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6D83AD9C-98AE-450E-B202-15860002D52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2251212" y="4832123"/>
            <a:ext cx="475552" cy="176762"/>
          </a:xfrm>
          <a:prstGeom prst="rect">
            <a:avLst/>
          </a:prstGeom>
        </p:spPr>
      </p:pic>
      <p:sp>
        <p:nvSpPr>
          <p:cNvPr id="20" name="Date Placeholder 6" hidden="1">
            <a:extLst>
              <a:ext uri="{FF2B5EF4-FFF2-40B4-BE49-F238E27FC236}">
                <a16:creationId xmlns:a16="http://schemas.microsoft.com/office/drawing/2014/main" id="{56AA1691-6753-45B8-AB77-1105989467F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40000" y="6433200"/>
            <a:ext cx="2743200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rgbClr val="FF00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27BBD34-DD59-49E1-9776-D67684F06344}" type="datetime4">
              <a:rPr lang="en-GB" smtClean="0"/>
              <a:pPr/>
              <a:t>18 December 2025</a:t>
            </a:fld>
            <a:endParaRPr lang="en-GB" dirty="0"/>
          </a:p>
        </p:txBody>
      </p:sp>
      <p:sp>
        <p:nvSpPr>
          <p:cNvPr id="21" name="Footer Placeholder 8" hidden="1">
            <a:extLst>
              <a:ext uri="{FF2B5EF4-FFF2-40B4-BE49-F238E27FC236}">
                <a16:creationId xmlns:a16="http://schemas.microsoft.com/office/drawing/2014/main" id="{2F8C9320-E8BF-471F-8DD3-1BC47902191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038600" y="6433200"/>
            <a:ext cx="4114800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rgbClr val="FF00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22" name="Slide Number Placeholder 10" hidden="1">
            <a:extLst>
              <a:ext uri="{FF2B5EF4-FFF2-40B4-BE49-F238E27FC236}">
                <a16:creationId xmlns:a16="http://schemas.microsoft.com/office/drawing/2014/main" id="{B01A309B-80AB-481C-AE3F-3C56C2C92EE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313553" y="6433200"/>
            <a:ext cx="335521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rgbClr val="FF00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3AA811B-2EBD-4900-905E-5BE206449611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06599777-CEE9-4330-8A6A-3069D39183B6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2251212" y="3134689"/>
            <a:ext cx="257210" cy="285714"/>
          </a:xfrm>
          <a:prstGeom prst="rect">
            <a:avLst/>
          </a:prstGeom>
        </p:spPr>
      </p:pic>
      <p:pic>
        <p:nvPicPr>
          <p:cNvPr id="9" name="Picture 33">
            <a:extLst>
              <a:ext uri="{FF2B5EF4-FFF2-40B4-BE49-F238E27FC236}">
                <a16:creationId xmlns:a16="http://schemas.microsoft.com/office/drawing/2014/main" id="{B03E872F-21DD-423D-B6DE-4945F155FB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/>
          <a:srcRect l="3901" t="45142" r="62601" b="9046"/>
          <a:stretch/>
        </p:blipFill>
        <p:spPr>
          <a:xfrm>
            <a:off x="5245589" y="3691782"/>
            <a:ext cx="341293" cy="321707"/>
          </a:xfrm>
          <a:prstGeom prst="rect">
            <a:avLst/>
          </a:prstGeom>
        </p:spPr>
      </p:pic>
      <p:sp>
        <p:nvSpPr>
          <p:cNvPr id="28" name="Text Box 3">
            <a:extLst>
              <a:ext uri="{FF2B5EF4-FFF2-40B4-BE49-F238E27FC236}">
                <a16:creationId xmlns:a16="http://schemas.microsoft.com/office/drawing/2014/main" id="{DDCB523A-48A3-4250-B4C1-AF02601BB1B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082088" y="1142616"/>
            <a:ext cx="2239735" cy="2431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100000"/>
              </a:lnSpc>
              <a:spcAft>
                <a:spcPts val="600"/>
              </a:spcAft>
              <a:defRPr/>
            </a:pPr>
            <a:r>
              <a:rPr lang="en-GB" altLang="da-DK" sz="12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COPY/PASTE CONTENT</a:t>
            </a:r>
          </a:p>
          <a:p>
            <a:pPr eaLnBrk="1" hangingPunct="1">
              <a:lnSpc>
                <a:spcPct val="100000"/>
              </a:lnSpc>
              <a:spcAft>
                <a:spcPts val="600"/>
              </a:spcAft>
              <a:defRPr/>
            </a:pP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When copying old content to your new presentation, 2 options are available:</a:t>
            </a:r>
          </a:p>
          <a:p>
            <a:pPr eaLnBrk="1" hangingPunct="1">
              <a:lnSpc>
                <a:spcPct val="100000"/>
              </a:lnSpc>
              <a:spcAft>
                <a:spcPts val="600"/>
              </a:spcAft>
              <a:defRPr/>
            </a:pP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1. Best practice: 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Create a slide in your new presentation and copy </a:t>
            </a:r>
            <a:r>
              <a:rPr lang="en-GB" altLang="da-DK" sz="900" b="0" i="0" u="sng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one</a:t>
            </a:r>
            <a:r>
              <a:rPr lang="en-GB" altLang="da-DK" sz="900" b="0" i="0" u="none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piece of content at a time (e.g. copy all text from </a:t>
            </a:r>
            <a:r>
              <a:rPr lang="en-GB" altLang="da-DK" sz="900" b="0" i="0" u="sng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one</a:t>
            </a:r>
            <a:r>
              <a:rPr lang="en-GB" altLang="da-DK" sz="900" b="0" i="0" u="none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textbox)</a:t>
            </a:r>
            <a:endParaRPr lang="en-GB" altLang="da-DK" sz="900" b="1" i="0" u="sng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100000"/>
              </a:lnSpc>
              <a:spcAft>
                <a:spcPts val="600"/>
              </a:spcAft>
              <a:defRPr/>
            </a:pP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2. 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Or copy an entire slide into your new presentation and then choose a fitting layout. When presentation is done, open an empty presentation (press Ctrl+N). Copy all slides from presentation, paste them into empty one. This will ensure that there are no extra layouts</a:t>
            </a:r>
          </a:p>
          <a:p>
            <a:pPr eaLnBrk="1" hangingPunct="1">
              <a:lnSpc>
                <a:spcPct val="100000"/>
              </a:lnSpc>
              <a:spcAft>
                <a:spcPts val="600"/>
              </a:spcAft>
              <a:defRPr/>
            </a:pPr>
            <a:endParaRPr lang="en-GB" altLang="da-DK" sz="900" b="0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066EECC-2461-0C49-FFE7-C164DD64926E}"/>
              </a:ext>
            </a:extLst>
          </p:cNvPr>
          <p:cNvGrpSpPr/>
          <p:nvPr userDrawn="1"/>
        </p:nvGrpSpPr>
        <p:grpSpPr>
          <a:xfrm>
            <a:off x="6251270" y="4056806"/>
            <a:ext cx="1322734" cy="2015520"/>
            <a:chOff x="6199540" y="4122121"/>
            <a:chExt cx="1322734" cy="2015520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BDFE5DB9-990F-7667-F2A7-10A55470950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/>
            <a:stretch>
              <a:fillRect/>
            </a:stretch>
          </p:blipFill>
          <p:spPr>
            <a:xfrm>
              <a:off x="6221970" y="4122121"/>
              <a:ext cx="1265349" cy="2015520"/>
            </a:xfrm>
            <a:prstGeom prst="rect">
              <a:avLst/>
            </a:prstGeom>
          </p:spPr>
        </p:pic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67F39F8-AFAA-4F1A-823C-3AD53FA01A6C}"/>
                </a:ext>
              </a:extLst>
            </p:cNvPr>
            <p:cNvSpPr/>
            <p:nvPr userDrawn="1"/>
          </p:nvSpPr>
          <p:spPr>
            <a:xfrm>
              <a:off x="6199540" y="4135123"/>
              <a:ext cx="1322734" cy="322462"/>
            </a:xfrm>
            <a:prstGeom prst="rect">
              <a:avLst/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/>
              <a:endParaRPr lang="en-GB" sz="1796" dirty="0" err="1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1F8064C-EA32-2695-A62E-0FD19E6488D2}"/>
                </a:ext>
              </a:extLst>
            </p:cNvPr>
            <p:cNvGrpSpPr/>
            <p:nvPr userDrawn="1"/>
          </p:nvGrpSpPr>
          <p:grpSpPr>
            <a:xfrm>
              <a:off x="6264683" y="4489006"/>
              <a:ext cx="1227581" cy="430507"/>
              <a:chOff x="9633073" y="4865213"/>
              <a:chExt cx="1340678" cy="543868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A4E6E-E1F4-43FD-B8CF-26E4922501B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633073" y="4865213"/>
                <a:ext cx="1340678" cy="543868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41D1501F-27A0-4700-9931-9C3FAB584CBF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9638376" y="4871464"/>
                <a:ext cx="1325413" cy="537617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5D02872-5612-DE62-3C76-69A4C63D6028}"/>
                </a:ext>
              </a:extLst>
            </p:cNvPr>
            <p:cNvGrpSpPr/>
            <p:nvPr userDrawn="1"/>
          </p:nvGrpSpPr>
          <p:grpSpPr>
            <a:xfrm>
              <a:off x="6272862" y="5981737"/>
              <a:ext cx="1210972" cy="131714"/>
              <a:chOff x="9641250" y="5721348"/>
              <a:chExt cx="1322539" cy="131714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3B373B96-DCE8-4A3E-B352-6213002B76D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644154" y="5721348"/>
                <a:ext cx="1319634" cy="131713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31E09DDC-6C4A-434B-BFC0-03680F33449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9641250" y="5721349"/>
                <a:ext cx="1322539" cy="131713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D6A5B63-704C-D12A-FEDD-DDC178A0A966}"/>
                </a:ext>
              </a:extLst>
            </p:cNvPr>
            <p:cNvSpPr/>
            <p:nvPr userDrawn="1"/>
          </p:nvSpPr>
          <p:spPr>
            <a:xfrm>
              <a:off x="6199540" y="5068106"/>
              <a:ext cx="1322734" cy="784053"/>
            </a:xfrm>
            <a:prstGeom prst="rect">
              <a:avLst/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/>
              <a:endParaRPr lang="en-GB" sz="1796" dirty="0" err="1"/>
            </a:p>
          </p:txBody>
        </p:sp>
      </p:grpSp>
      <p:pic>
        <p:nvPicPr>
          <p:cNvPr id="37" name="Picture 36">
            <a:extLst>
              <a:ext uri="{FF2B5EF4-FFF2-40B4-BE49-F238E27FC236}">
                <a16:creationId xmlns:a16="http://schemas.microsoft.com/office/drawing/2014/main" id="{B7425079-9463-D918-BC58-9BB2E4C1F1F7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5207406" y="2480919"/>
            <a:ext cx="417662" cy="41081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75D611D-0D6D-59ED-1752-C7417ADF4A76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5229878" y="1718612"/>
            <a:ext cx="372718" cy="50134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801A068-E3DD-7FA1-3B63-14C6C3EFB0AB}"/>
              </a:ext>
            </a:extLst>
          </p:cNvPr>
          <p:cNvSpPr txBox="1"/>
          <p:nvPr userDrawn="1"/>
        </p:nvSpPr>
        <p:spPr>
          <a:xfrm>
            <a:off x="504001" y="309985"/>
            <a:ext cx="5560809" cy="1938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GB" sz="1400" dirty="0">
                <a:latin typeface="72 Brand" panose="020B0504030603020204" pitchFamily="34" charset="0"/>
              </a:rPr>
              <a:t>Delete this slide after reading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0FFC81C-DE75-1214-530C-10EC7C6CE1D9}"/>
              </a:ext>
            </a:extLst>
          </p:cNvPr>
          <p:cNvCxnSpPr/>
          <p:nvPr userDrawn="1"/>
        </p:nvCxnSpPr>
        <p:spPr>
          <a:xfrm>
            <a:off x="2863780" y="1142616"/>
            <a:ext cx="0" cy="5210559"/>
          </a:xfrm>
          <a:prstGeom prst="line">
            <a:avLst/>
          </a:prstGeom>
          <a:ln w="12700">
            <a:solidFill>
              <a:srgbClr val="D1EF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8E604B8-AFBB-5795-1B7C-568E9E9D9EF4}"/>
              </a:ext>
            </a:extLst>
          </p:cNvPr>
          <p:cNvCxnSpPr/>
          <p:nvPr userDrawn="1"/>
        </p:nvCxnSpPr>
        <p:spPr>
          <a:xfrm>
            <a:off x="5970588" y="1142616"/>
            <a:ext cx="0" cy="5210559"/>
          </a:xfrm>
          <a:prstGeom prst="line">
            <a:avLst/>
          </a:prstGeom>
          <a:ln w="12700">
            <a:solidFill>
              <a:srgbClr val="D1EF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2DB3B3D-C6F0-D7B9-3B2E-EFBC939A7A54}"/>
              </a:ext>
            </a:extLst>
          </p:cNvPr>
          <p:cNvCxnSpPr/>
          <p:nvPr userDrawn="1"/>
        </p:nvCxnSpPr>
        <p:spPr>
          <a:xfrm>
            <a:off x="8829781" y="1142616"/>
            <a:ext cx="0" cy="5210559"/>
          </a:xfrm>
          <a:prstGeom prst="line">
            <a:avLst/>
          </a:prstGeom>
          <a:ln w="12700">
            <a:solidFill>
              <a:srgbClr val="D1EF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C95C9E5E-6280-581F-FC2E-BF17F0A6F2DE}"/>
              </a:ext>
            </a:extLst>
          </p:cNvPr>
          <p:cNvSpPr txBox="1"/>
          <p:nvPr userDrawn="1"/>
        </p:nvSpPr>
        <p:spPr>
          <a:xfrm>
            <a:off x="505575" y="537299"/>
            <a:ext cx="10728000" cy="3323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>
              <a:lnSpc>
                <a:spcPct val="90000"/>
              </a:lnSpc>
            </a:pPr>
            <a:r>
              <a:rPr lang="en-GB" sz="2400" dirty="0">
                <a:latin typeface="72 Brand Medium" panose="020B0604030603020204" pitchFamily="34" charset="0"/>
              </a:rPr>
              <a:t>Tips &amp; tricks – your user guide</a:t>
            </a:r>
          </a:p>
        </p:txBody>
      </p:sp>
      <p:sp>
        <p:nvSpPr>
          <p:cNvPr id="49" name="Slide number">
            <a:extLst>
              <a:ext uri="{FF2B5EF4-FFF2-40B4-BE49-F238E27FC236}">
                <a16:creationId xmlns:a16="http://schemas.microsoft.com/office/drawing/2014/main" id="{08E6B7AB-6B75-1AD1-90E9-9F668FFE5B71}"/>
              </a:ext>
            </a:extLst>
          </p:cNvPr>
          <p:cNvSpPr txBox="1"/>
          <p:nvPr userDrawn="1"/>
        </p:nvSpPr>
        <p:spPr bwMode="black">
          <a:xfrm>
            <a:off x="11546207" y="6536751"/>
            <a:ext cx="14427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84138" indent="-84138">
              <a:buClr>
                <a:schemeClr val="tx1"/>
              </a:buClr>
              <a:buFont typeface="Arial" pitchFamily="34" charset="0"/>
              <a:buChar char="©"/>
              <a:tabLst/>
              <a:defRPr sz="600"/>
            </a:lvl1pPr>
          </a:lstStyle>
          <a:p>
            <a:pPr marL="0" lvl="0" indent="0" algn="r">
              <a:buNone/>
            </a:pPr>
            <a:fld id="{0BDC132A-5C91-4078-9777-31DA19A62E0A}" type="slidenum">
              <a:rPr lang="en-US" sz="900" b="0" i="0" noProof="0" smtClean="0">
                <a:latin typeface="+mn-lt"/>
              </a:rPr>
              <a:pPr marL="0" lvl="0" indent="0" algn="r">
                <a:buNone/>
              </a:pPr>
              <a:t>‹#›</a:t>
            </a:fld>
            <a:endParaRPr lang="en-US" sz="900" b="0" i="0" noProof="0" dirty="0">
              <a:latin typeface="+mn-lt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E41DC4AD-29D6-BA7E-0AC2-2D78A458DFDB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9082088" y="6085528"/>
            <a:ext cx="2606884" cy="267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10884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ser guide SAP BRAND S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6" hidden="1">
            <a:extLst>
              <a:ext uri="{FF2B5EF4-FFF2-40B4-BE49-F238E27FC236}">
                <a16:creationId xmlns:a16="http://schemas.microsoft.com/office/drawing/2014/main" id="{56AA1691-6753-45B8-AB77-1105989467F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40000" y="6433200"/>
            <a:ext cx="2743200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rgbClr val="FF00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27BBD34-DD59-49E1-9776-D67684F06344}" type="datetime4">
              <a:rPr lang="en-GB" smtClean="0"/>
              <a:pPr/>
              <a:t>18 December 2025</a:t>
            </a:fld>
            <a:endParaRPr lang="en-GB" dirty="0"/>
          </a:p>
        </p:txBody>
      </p:sp>
      <p:sp>
        <p:nvSpPr>
          <p:cNvPr id="21" name="Footer Placeholder 8" hidden="1">
            <a:extLst>
              <a:ext uri="{FF2B5EF4-FFF2-40B4-BE49-F238E27FC236}">
                <a16:creationId xmlns:a16="http://schemas.microsoft.com/office/drawing/2014/main" id="{2F8C9320-E8BF-471F-8DD3-1BC47902191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038600" y="6433200"/>
            <a:ext cx="4114800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rgbClr val="FF00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22" name="Slide Number Placeholder 10" hidden="1">
            <a:extLst>
              <a:ext uri="{FF2B5EF4-FFF2-40B4-BE49-F238E27FC236}">
                <a16:creationId xmlns:a16="http://schemas.microsoft.com/office/drawing/2014/main" id="{B01A309B-80AB-481C-AE3F-3C56C2C92EE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313553" y="6433200"/>
            <a:ext cx="335521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rgbClr val="FF00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3AA811B-2EBD-4900-905E-5BE20644961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01A068-E3DD-7FA1-3B63-14C6C3EFB0AB}"/>
              </a:ext>
            </a:extLst>
          </p:cNvPr>
          <p:cNvSpPr txBox="1"/>
          <p:nvPr userDrawn="1"/>
        </p:nvSpPr>
        <p:spPr>
          <a:xfrm>
            <a:off x="504001" y="309985"/>
            <a:ext cx="5560809" cy="1938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GB" sz="1400" dirty="0">
                <a:latin typeface="72 Brand" panose="020B0504030603020204" pitchFamily="34" charset="0"/>
              </a:rPr>
              <a:t>Delete this slide after reading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95C9E5E-6280-581F-FC2E-BF17F0A6F2DE}"/>
              </a:ext>
            </a:extLst>
          </p:cNvPr>
          <p:cNvSpPr txBox="1"/>
          <p:nvPr userDrawn="1"/>
        </p:nvSpPr>
        <p:spPr>
          <a:xfrm>
            <a:off x="505575" y="537299"/>
            <a:ext cx="10728000" cy="3323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>
              <a:lnSpc>
                <a:spcPct val="90000"/>
              </a:lnSpc>
            </a:pPr>
            <a:r>
              <a:rPr lang="en-GB" sz="2400" dirty="0">
                <a:latin typeface="72 Brand Medium" panose="020B0604030603020204" pitchFamily="34" charset="0"/>
              </a:rPr>
              <a:t>Tips &amp; tricks – your user guide – SAP brand site</a:t>
            </a:r>
          </a:p>
        </p:txBody>
      </p:sp>
      <p:sp>
        <p:nvSpPr>
          <p:cNvPr id="49" name="Slide number">
            <a:extLst>
              <a:ext uri="{FF2B5EF4-FFF2-40B4-BE49-F238E27FC236}">
                <a16:creationId xmlns:a16="http://schemas.microsoft.com/office/drawing/2014/main" id="{08E6B7AB-6B75-1AD1-90E9-9F668FFE5B71}"/>
              </a:ext>
            </a:extLst>
          </p:cNvPr>
          <p:cNvSpPr txBox="1"/>
          <p:nvPr userDrawn="1"/>
        </p:nvSpPr>
        <p:spPr bwMode="black">
          <a:xfrm>
            <a:off x="11546207" y="6536751"/>
            <a:ext cx="14427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84138" indent="-84138">
              <a:buClr>
                <a:schemeClr val="tx1"/>
              </a:buClr>
              <a:buFont typeface="Arial" pitchFamily="34" charset="0"/>
              <a:buChar char="©"/>
              <a:tabLst/>
              <a:defRPr sz="600"/>
            </a:lvl1pPr>
          </a:lstStyle>
          <a:p>
            <a:pPr marL="0" lvl="0" indent="0" algn="r">
              <a:buNone/>
            </a:pPr>
            <a:fld id="{0BDC132A-5C91-4078-9777-31DA19A62E0A}" type="slidenum">
              <a:rPr lang="en-US" sz="900" b="0" i="0" noProof="0" smtClean="0">
                <a:latin typeface="+mn-lt"/>
              </a:rPr>
              <a:pPr marL="0" lvl="0" indent="0" algn="r">
                <a:buNone/>
              </a:pPr>
              <a:t>‹#›</a:t>
            </a:fld>
            <a:endParaRPr lang="en-US" sz="900" b="0" i="0" noProof="0" dirty="0">
              <a:latin typeface="+mn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943137-62A8-B3EC-D111-2BA192EF3065}"/>
              </a:ext>
            </a:extLst>
          </p:cNvPr>
          <p:cNvSpPr txBox="1"/>
          <p:nvPr userDrawn="1"/>
        </p:nvSpPr>
        <p:spPr>
          <a:xfrm>
            <a:off x="3375642" y="2402037"/>
            <a:ext cx="2607498" cy="147732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22250" indent="-222250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latin typeface="72 Brand" panose="020B0504030603020204" pitchFamily="34" charset="0"/>
              </a:rPr>
              <a:t>Download and request licensed and approved photographs, videos, pictograms, icons, and sounds for use in SAP assets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C7D176-86E4-BAA4-EAFA-777197DB11FB}"/>
              </a:ext>
            </a:extLst>
          </p:cNvPr>
          <p:cNvSpPr txBox="1"/>
          <p:nvPr userDrawn="1"/>
        </p:nvSpPr>
        <p:spPr>
          <a:xfrm>
            <a:off x="4066177" y="1881656"/>
            <a:ext cx="1296830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1600" kern="0" dirty="0">
                <a:latin typeface="72 Brand Medium" panose="020B0504030603020204" pitchFamily="34" charset="0"/>
                <a:ea typeface="Arial Unicode MS" pitchFamily="34" charset="-128"/>
                <a:cs typeface="Arial Unicode MS" pitchFamily="34" charset="-128"/>
              </a:rPr>
              <a:t>Media Library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B243CE-B0B3-55AC-0615-A3583693E365}"/>
              </a:ext>
            </a:extLst>
          </p:cNvPr>
          <p:cNvSpPr txBox="1"/>
          <p:nvPr userDrawn="1"/>
        </p:nvSpPr>
        <p:spPr>
          <a:xfrm>
            <a:off x="1198576" y="1881656"/>
            <a:ext cx="570669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1600" kern="0" dirty="0">
                <a:latin typeface="72 Brand Medium" panose="020B0504030603020204" pitchFamily="34" charset="0"/>
                <a:ea typeface="Arial Unicode MS" pitchFamily="34" charset="-128"/>
                <a:cs typeface="Arial Unicode MS" pitchFamily="34" charset="-128"/>
              </a:rPr>
              <a:t>Brand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66C5F3-F425-CE4C-8D95-04E9E9BDB6FD}"/>
              </a:ext>
            </a:extLst>
          </p:cNvPr>
          <p:cNvSpPr txBox="1"/>
          <p:nvPr userDrawn="1"/>
        </p:nvSpPr>
        <p:spPr>
          <a:xfrm>
            <a:off x="504001" y="2402037"/>
            <a:ext cx="2607498" cy="123110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22250" indent="-222250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latin typeface="72 Brand" panose="020B0504030603020204" pitchFamily="34" charset="0"/>
              </a:rPr>
              <a:t>Find information on our brand strategy, logo, colors, tone of voice, graphics, font, and photography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CF45A1-A43E-037C-50A7-9B62EBFB00BA}"/>
              </a:ext>
            </a:extLst>
          </p:cNvPr>
          <p:cNvSpPr txBox="1"/>
          <p:nvPr userDrawn="1"/>
        </p:nvSpPr>
        <p:spPr>
          <a:xfrm>
            <a:off x="6245122" y="2380971"/>
            <a:ext cx="2607498" cy="196977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22250" indent="-222250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latin typeface="72 Brand" panose="020B0504030603020204" pitchFamily="34" charset="0"/>
              </a:rPr>
              <a:t>Learn how we name our offerings, review the naming process, and guidelines</a:t>
            </a:r>
          </a:p>
          <a:p>
            <a:pPr marL="222250" indent="-222250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latin typeface="72 Brand" panose="020B0504030603020204" pitchFamily="34" charset="0"/>
              </a:rPr>
              <a:t>Request a name</a:t>
            </a:r>
          </a:p>
          <a:p>
            <a:pPr marL="222250" indent="-222250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latin typeface="72 Brand" panose="020B0504030603020204" pitchFamily="34" charset="0"/>
              </a:rPr>
              <a:t>Search for approved names in real time</a:t>
            </a:r>
            <a:endParaRPr lang="en-US" sz="1600" kern="0" dirty="0">
              <a:latin typeface="72 Brand" panose="020B0504030603020204" pitchFamily="34" charset="0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0F1F97-371F-BB20-9044-8D5885634D9A}"/>
              </a:ext>
            </a:extLst>
          </p:cNvPr>
          <p:cNvSpPr txBox="1"/>
          <p:nvPr userDrawn="1"/>
        </p:nvSpPr>
        <p:spPr>
          <a:xfrm>
            <a:off x="6914073" y="1881656"/>
            <a:ext cx="1407437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1600" kern="0" dirty="0">
                <a:latin typeface="72 Brand Medium" panose="020B0504030603020204" pitchFamily="34" charset="0"/>
                <a:ea typeface="Arial Unicode MS" pitchFamily="34" charset="-128"/>
                <a:cs typeface="Arial Unicode MS" pitchFamily="34" charset="-128"/>
              </a:rPr>
              <a:t>Naming Center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279038-CDF3-3E09-8F1B-8E1CB8249534}"/>
              </a:ext>
            </a:extLst>
          </p:cNvPr>
          <p:cNvSpPr txBox="1"/>
          <p:nvPr userDrawn="1"/>
        </p:nvSpPr>
        <p:spPr>
          <a:xfrm>
            <a:off x="9770347" y="1881656"/>
            <a:ext cx="1572546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1600" kern="0" dirty="0">
                <a:latin typeface="72 Brand Medium" panose="020B0504030603020204" pitchFamily="34" charset="0"/>
                <a:ea typeface="Arial Unicode MS" pitchFamily="34" charset="-128"/>
                <a:cs typeface="Arial Unicode MS" pitchFamily="34" charset="-128"/>
              </a:rPr>
              <a:t>Writing Assistant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6834DC-FA81-04FD-71E7-2A06BCC314CA}"/>
              </a:ext>
            </a:extLst>
          </p:cNvPr>
          <p:cNvSpPr txBox="1"/>
          <p:nvPr userDrawn="1"/>
        </p:nvSpPr>
        <p:spPr>
          <a:xfrm>
            <a:off x="9082852" y="2402037"/>
            <a:ext cx="2607498" cy="123110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22250" indent="-222250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latin typeface="72 Brand" panose="020B0504030603020204" pitchFamily="34" charset="0"/>
              </a:rPr>
              <a:t>Copy and paste text </a:t>
            </a:r>
            <a:br>
              <a:rPr lang="en-US" sz="1600" dirty="0">
                <a:latin typeface="72 Brand" panose="020B0504030603020204" pitchFamily="34" charset="0"/>
              </a:rPr>
            </a:br>
            <a:r>
              <a:rPr lang="en-US" sz="1600" dirty="0">
                <a:latin typeface="72 Brand" panose="020B0504030603020204" pitchFamily="34" charset="0"/>
              </a:rPr>
              <a:t>to get instant feedback on grammar, spelling, approved names, style, and tone</a:t>
            </a:r>
          </a:p>
        </p:txBody>
      </p:sp>
      <p:pic>
        <p:nvPicPr>
          <p:cNvPr id="19" name="Grafik 6">
            <a:extLst>
              <a:ext uri="{FF2B5EF4-FFF2-40B4-BE49-F238E27FC236}">
                <a16:creationId xmlns:a16="http://schemas.microsoft.com/office/drawing/2014/main" id="{52486A61-E0EB-5E0A-0E7F-A76057F037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4874" y="1802913"/>
            <a:ext cx="406400" cy="406400"/>
          </a:xfrm>
          <a:prstGeom prst="rect">
            <a:avLst/>
          </a:prstGeom>
        </p:spPr>
      </p:pic>
      <p:pic>
        <p:nvPicPr>
          <p:cNvPr id="24" name="Grafik 12">
            <a:extLst>
              <a:ext uri="{FF2B5EF4-FFF2-40B4-BE49-F238E27FC236}">
                <a16:creationId xmlns:a16="http://schemas.microsoft.com/office/drawing/2014/main" id="{B44DB29B-4BB4-3CE3-8DF7-1725FDBE0BA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80327" y="1802913"/>
            <a:ext cx="406400" cy="406400"/>
          </a:xfrm>
          <a:prstGeom prst="rect">
            <a:avLst/>
          </a:prstGeom>
        </p:spPr>
      </p:pic>
      <p:pic>
        <p:nvPicPr>
          <p:cNvPr id="29" name="Grafik 16">
            <a:extLst>
              <a:ext uri="{FF2B5EF4-FFF2-40B4-BE49-F238E27FC236}">
                <a16:creationId xmlns:a16="http://schemas.microsoft.com/office/drawing/2014/main" id="{3212A1EA-544F-FF7B-C47D-411B0FE581B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223096" y="1802913"/>
            <a:ext cx="406400" cy="406400"/>
          </a:xfrm>
          <a:prstGeom prst="rect">
            <a:avLst/>
          </a:prstGeom>
        </p:spPr>
      </p:pic>
      <p:pic>
        <p:nvPicPr>
          <p:cNvPr id="39" name="Grafik 24">
            <a:extLst>
              <a:ext uri="{FF2B5EF4-FFF2-40B4-BE49-F238E27FC236}">
                <a16:creationId xmlns:a16="http://schemas.microsoft.com/office/drawing/2014/main" id="{03846BE7-EFF3-71C4-7BE3-FFB1423B2757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72970" y="1802913"/>
            <a:ext cx="406400" cy="406400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F3E3413D-190F-15AA-863F-0D61520E01E4}"/>
              </a:ext>
            </a:extLst>
          </p:cNvPr>
          <p:cNvSpPr txBox="1"/>
          <p:nvPr userDrawn="1"/>
        </p:nvSpPr>
        <p:spPr>
          <a:xfrm>
            <a:off x="504001" y="5422515"/>
            <a:ext cx="11202163" cy="338554"/>
          </a:xfrm>
          <a:prstGeom prst="rect">
            <a:avLst/>
          </a:prstGeom>
          <a:solidFill>
            <a:srgbClr val="0070F2"/>
          </a:solidFill>
          <a:ln w="28575">
            <a:noFill/>
          </a:ln>
        </p:spPr>
        <p:txBody>
          <a:bodyPr wrap="square">
            <a:spAutoFit/>
          </a:bodyPr>
          <a:lstStyle/>
          <a:p>
            <a:pPr algn="ctr"/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72 Brand Medium" panose="020B0504030603020204" pitchFamily="34" charset="0"/>
                <a:ea typeface="+mj-ea"/>
                <a:cs typeface="+mj-cs"/>
              </a:rPr>
              <a:t>The SAP Brand site has all of the resources you need to bring our brand to life! </a:t>
            </a:r>
            <a:endParaRPr lang="en-DE" sz="16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73180C-291D-F405-90B9-18910307A62C}"/>
              </a:ext>
            </a:extLst>
          </p:cNvPr>
          <p:cNvSpPr/>
          <p:nvPr userDrawn="1"/>
        </p:nvSpPr>
        <p:spPr bwMode="gray">
          <a:xfrm>
            <a:off x="3362325" y="4611087"/>
            <a:ext cx="2607498" cy="594886"/>
          </a:xfrm>
          <a:prstGeom prst="rect">
            <a:avLst/>
          </a:prstGeom>
          <a:solidFill>
            <a:srgbClr val="D1EFFF"/>
          </a:solidFill>
          <a:ln w="28575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400" dirty="0">
                <a:latin typeface="72 Brand" panose="020B0504030603020204" pitchFamily="34" charset="0"/>
                <a:sym typeface="Wingdings" panose="05000000000000000000" pitchFamily="2" charset="2"/>
              </a:rPr>
              <a:t> </a:t>
            </a:r>
            <a:r>
              <a:rPr lang="en-US" sz="1400" dirty="0">
                <a:latin typeface="72 Brand" panose="020B0504030603020204" pitchFamily="34" charset="0"/>
              </a:rPr>
              <a:t>Go to </a:t>
            </a:r>
            <a:r>
              <a:rPr lang="en-US" sz="1400" dirty="0">
                <a:latin typeface="72 Brand" panose="020B0504030603020204" pitchFamily="34" charset="0"/>
                <a:hlinkClick r:id="rId10"/>
              </a:rPr>
              <a:t>Media Library</a:t>
            </a:r>
            <a:endParaRPr lang="en-US" sz="1400" dirty="0">
              <a:latin typeface="72 Brand" panose="020B0504030603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AEA906-0573-FC48-FBB0-4BC3ACE96483}"/>
              </a:ext>
            </a:extLst>
          </p:cNvPr>
          <p:cNvSpPr/>
          <p:nvPr userDrawn="1"/>
        </p:nvSpPr>
        <p:spPr bwMode="gray">
          <a:xfrm>
            <a:off x="503238" y="4600214"/>
            <a:ext cx="2607498" cy="594886"/>
          </a:xfrm>
          <a:prstGeom prst="rect">
            <a:avLst/>
          </a:prstGeom>
          <a:solidFill>
            <a:srgbClr val="D1EFFF"/>
          </a:solidFill>
          <a:ln w="28575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400" dirty="0">
                <a:latin typeface="72 Brand" panose="020B0504030603020204" pitchFamily="34" charset="0"/>
                <a:sym typeface="Wingdings" panose="05000000000000000000" pitchFamily="2" charset="2"/>
              </a:rPr>
              <a:t> </a:t>
            </a:r>
            <a:r>
              <a:rPr lang="en-US" sz="1400" dirty="0">
                <a:latin typeface="72 Brand" panose="020B0504030603020204" pitchFamily="34" charset="0"/>
              </a:rPr>
              <a:t>Go to </a:t>
            </a:r>
            <a:r>
              <a:rPr lang="en-US" sz="1400" dirty="0">
                <a:latin typeface="72 Brand" panose="020B0504030603020204" pitchFamily="34" charset="0"/>
                <a:hlinkClick r:id="rId11"/>
              </a:rPr>
              <a:t>Brand</a:t>
            </a:r>
            <a:endParaRPr lang="en-US" sz="1400" dirty="0">
              <a:latin typeface="72 Brand" panose="020B0504030603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4FD586B-C108-1309-C995-0AA9A96F0840}"/>
              </a:ext>
            </a:extLst>
          </p:cNvPr>
          <p:cNvSpPr/>
          <p:nvPr userDrawn="1"/>
        </p:nvSpPr>
        <p:spPr bwMode="gray">
          <a:xfrm>
            <a:off x="6223765" y="4591589"/>
            <a:ext cx="2607498" cy="594886"/>
          </a:xfrm>
          <a:prstGeom prst="rect">
            <a:avLst/>
          </a:prstGeom>
          <a:solidFill>
            <a:srgbClr val="D1EFFF"/>
          </a:solidFill>
          <a:ln w="28575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400" dirty="0">
                <a:latin typeface="72 Brand" panose="020B0504030603020204" pitchFamily="34" charset="0"/>
                <a:sym typeface="Wingdings" panose="05000000000000000000" pitchFamily="2" charset="2"/>
              </a:rPr>
              <a:t> </a:t>
            </a:r>
            <a:r>
              <a:rPr lang="en-US" sz="1400" dirty="0">
                <a:latin typeface="72 Brand" panose="020B0504030603020204" pitchFamily="34" charset="0"/>
              </a:rPr>
              <a:t>Go to </a:t>
            </a:r>
            <a:r>
              <a:rPr lang="en-US" sz="1400" dirty="0">
                <a:latin typeface="72 Brand" panose="020B0504030603020204" pitchFamily="34" charset="0"/>
                <a:hlinkClick r:id="rId12"/>
              </a:rPr>
              <a:t>Naming Center</a:t>
            </a:r>
            <a:endParaRPr lang="en-US" sz="1400" dirty="0">
              <a:latin typeface="72 Brand" panose="020B0504030603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2E1815-E9CD-805A-4AB9-E4EFC9E839C8}"/>
              </a:ext>
            </a:extLst>
          </p:cNvPr>
          <p:cNvSpPr/>
          <p:nvPr userDrawn="1"/>
        </p:nvSpPr>
        <p:spPr bwMode="gray">
          <a:xfrm>
            <a:off x="9079677" y="4586781"/>
            <a:ext cx="2607498" cy="594886"/>
          </a:xfrm>
          <a:prstGeom prst="rect">
            <a:avLst/>
          </a:prstGeom>
          <a:solidFill>
            <a:srgbClr val="D1EFFF"/>
          </a:solidFill>
          <a:ln w="28575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400" dirty="0">
                <a:latin typeface="72 Brand" panose="020B0504030603020204" pitchFamily="34" charset="0"/>
                <a:sym typeface="Wingdings" panose="05000000000000000000" pitchFamily="2" charset="2"/>
              </a:rPr>
              <a:t> </a:t>
            </a:r>
            <a:r>
              <a:rPr lang="en-US" sz="1400" dirty="0">
                <a:latin typeface="72 Brand" panose="020B0504030603020204" pitchFamily="34" charset="0"/>
              </a:rPr>
              <a:t>Go to </a:t>
            </a:r>
            <a:r>
              <a:rPr lang="en-US" sz="1400" dirty="0">
                <a:latin typeface="72 Brand" panose="020B0504030603020204" pitchFamily="34" charset="0"/>
                <a:hlinkClick r:id="rId13"/>
              </a:rPr>
              <a:t>Writing </a:t>
            </a:r>
            <a:r>
              <a:rPr lang="en-US" sz="1400" dirty="0" err="1">
                <a:latin typeface="72 Brand" panose="020B0504030603020204" pitchFamily="34" charset="0"/>
                <a:hlinkClick r:id="rId13"/>
              </a:rPr>
              <a:t>Assitant</a:t>
            </a:r>
            <a:endParaRPr lang="en-US" sz="1400" dirty="0">
              <a:latin typeface="72 Brand" panose="020B05040306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073464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ser guide COLOR PALET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63">
            <a:extLst>
              <a:ext uri="{FF2B5EF4-FFF2-40B4-BE49-F238E27FC236}">
                <a16:creationId xmlns:a16="http://schemas.microsoft.com/office/drawing/2014/main" id="{02E2A64A-8B37-7F95-C23A-C3D93C8DEC23}"/>
              </a:ext>
            </a:extLst>
          </p:cNvPr>
          <p:cNvSpPr/>
          <p:nvPr userDrawn="1"/>
        </p:nvSpPr>
        <p:spPr>
          <a:xfrm>
            <a:off x="504001" y="1141007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D1EFFF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000000"/>
                </a:solidFill>
                <a:latin typeface="72 Brand"/>
              </a:rPr>
              <a:t>Blue 2</a:t>
            </a:r>
            <a:br>
              <a:rPr lang="en-US" sz="1200" dirty="0">
                <a:solidFill>
                  <a:srgbClr val="000000"/>
                </a:solidFill>
                <a:latin typeface="72 Brand"/>
              </a:rPr>
            </a:br>
            <a:r>
              <a:rPr lang="en-US" sz="1200" dirty="0">
                <a:solidFill>
                  <a:srgbClr val="000000"/>
                </a:solidFill>
                <a:latin typeface="72 Brand"/>
              </a:rPr>
              <a:t>#D1EFFF</a:t>
            </a:r>
          </a:p>
        </p:txBody>
      </p:sp>
      <p:sp>
        <p:nvSpPr>
          <p:cNvPr id="4" name="Freeform 70">
            <a:extLst>
              <a:ext uri="{FF2B5EF4-FFF2-40B4-BE49-F238E27FC236}">
                <a16:creationId xmlns:a16="http://schemas.microsoft.com/office/drawing/2014/main" id="{1F2619C0-AA6B-F516-A35F-C9F0906EB840}"/>
              </a:ext>
            </a:extLst>
          </p:cNvPr>
          <p:cNvSpPr/>
          <p:nvPr userDrawn="1"/>
        </p:nvSpPr>
        <p:spPr>
          <a:xfrm>
            <a:off x="2405161" y="1141007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000000"/>
                </a:solidFill>
                <a:latin typeface="72 Brand"/>
              </a:rPr>
              <a:t>Blue 4</a:t>
            </a:r>
            <a:br>
              <a:rPr lang="en-US" sz="1200" dirty="0">
                <a:solidFill>
                  <a:srgbClr val="000000"/>
                </a:solidFill>
                <a:latin typeface="72 Brand"/>
              </a:rPr>
            </a:br>
            <a:r>
              <a:rPr lang="en-US" sz="1200" dirty="0">
                <a:solidFill>
                  <a:srgbClr val="000000"/>
                </a:solidFill>
                <a:latin typeface="72 Brand"/>
              </a:rPr>
              <a:t>#89D1FF</a:t>
            </a:r>
          </a:p>
        </p:txBody>
      </p:sp>
      <p:sp>
        <p:nvSpPr>
          <p:cNvPr id="5" name="Freeform 69">
            <a:extLst>
              <a:ext uri="{FF2B5EF4-FFF2-40B4-BE49-F238E27FC236}">
                <a16:creationId xmlns:a16="http://schemas.microsoft.com/office/drawing/2014/main" id="{C529F71A-E6DD-53C4-14B3-0F3BF62A05F0}"/>
              </a:ext>
            </a:extLst>
          </p:cNvPr>
          <p:cNvSpPr/>
          <p:nvPr userDrawn="1"/>
        </p:nvSpPr>
        <p:spPr>
          <a:xfrm>
            <a:off x="4306321" y="1141007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latin typeface="72 Brand"/>
              </a:rPr>
              <a:t>Blue 6</a:t>
            </a:r>
            <a:br>
              <a:rPr lang="en-US" sz="1200" dirty="0">
                <a:latin typeface="72 Brand"/>
              </a:rPr>
            </a:br>
            <a:r>
              <a:rPr lang="en-US" sz="1200" dirty="0">
                <a:latin typeface="72 Brand"/>
              </a:rPr>
              <a:t>#1B90FF</a:t>
            </a:r>
          </a:p>
        </p:txBody>
      </p:sp>
      <p:sp>
        <p:nvSpPr>
          <p:cNvPr id="6" name="Freeform 68">
            <a:extLst>
              <a:ext uri="{FF2B5EF4-FFF2-40B4-BE49-F238E27FC236}">
                <a16:creationId xmlns:a16="http://schemas.microsoft.com/office/drawing/2014/main" id="{9CBF79FE-F787-9301-81AD-A56220775062}"/>
              </a:ext>
            </a:extLst>
          </p:cNvPr>
          <p:cNvSpPr/>
          <p:nvPr userDrawn="1"/>
        </p:nvSpPr>
        <p:spPr>
          <a:xfrm>
            <a:off x="6227422" y="1141007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0070F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FFFFFF"/>
                </a:solidFill>
                <a:latin typeface="72 Brand"/>
              </a:rPr>
              <a:t>Blue 7</a:t>
            </a:r>
            <a:br>
              <a:rPr lang="en-US" sz="1200" dirty="0">
                <a:solidFill>
                  <a:srgbClr val="FFFFFF"/>
                </a:solidFill>
                <a:latin typeface="72 Brand"/>
              </a:rPr>
            </a:br>
            <a:r>
              <a:rPr lang="en-US" sz="1200" dirty="0">
                <a:solidFill>
                  <a:srgbClr val="FFFFFF"/>
                </a:solidFill>
                <a:latin typeface="72 Brand"/>
              </a:rPr>
              <a:t>#0070F2</a:t>
            </a:r>
          </a:p>
        </p:txBody>
      </p:sp>
      <p:sp>
        <p:nvSpPr>
          <p:cNvPr id="7" name="Freeform 67">
            <a:extLst>
              <a:ext uri="{FF2B5EF4-FFF2-40B4-BE49-F238E27FC236}">
                <a16:creationId xmlns:a16="http://schemas.microsoft.com/office/drawing/2014/main" id="{5BB0975A-0779-6CF9-4471-2FA97BA36738}"/>
              </a:ext>
            </a:extLst>
          </p:cNvPr>
          <p:cNvSpPr/>
          <p:nvPr userDrawn="1"/>
        </p:nvSpPr>
        <p:spPr>
          <a:xfrm>
            <a:off x="8129588" y="1140182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002A86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FFFFFF"/>
                </a:solidFill>
                <a:latin typeface="72 Brand"/>
              </a:rPr>
              <a:t>Blue 10</a:t>
            </a:r>
            <a:br>
              <a:rPr lang="en-US" sz="1200" dirty="0">
                <a:solidFill>
                  <a:srgbClr val="FFFFFF"/>
                </a:solidFill>
                <a:latin typeface="72 Brand"/>
              </a:rPr>
            </a:br>
            <a:r>
              <a:rPr lang="en-US" sz="1200" dirty="0">
                <a:solidFill>
                  <a:srgbClr val="FFFFFF"/>
                </a:solidFill>
                <a:latin typeface="72 Brand"/>
              </a:rPr>
              <a:t>#002A86</a:t>
            </a:r>
          </a:p>
        </p:txBody>
      </p:sp>
      <p:sp>
        <p:nvSpPr>
          <p:cNvPr id="8" name="Freeform 66">
            <a:extLst>
              <a:ext uri="{FF2B5EF4-FFF2-40B4-BE49-F238E27FC236}">
                <a16:creationId xmlns:a16="http://schemas.microsoft.com/office/drawing/2014/main" id="{4C6C152D-4698-69B9-D198-F3DD5C9473B5}"/>
              </a:ext>
            </a:extLst>
          </p:cNvPr>
          <p:cNvSpPr/>
          <p:nvPr userDrawn="1"/>
        </p:nvSpPr>
        <p:spPr>
          <a:xfrm>
            <a:off x="10050689" y="1140182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00144A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FFFFFF"/>
                </a:solidFill>
                <a:latin typeface="72 Brand"/>
              </a:rPr>
              <a:t>Blue 11</a:t>
            </a:r>
            <a:br>
              <a:rPr lang="en-US" sz="1200" dirty="0">
                <a:solidFill>
                  <a:srgbClr val="FFFFFF"/>
                </a:solidFill>
                <a:latin typeface="72 Brand"/>
              </a:rPr>
            </a:br>
            <a:r>
              <a:rPr lang="en-US" sz="1200" dirty="0">
                <a:solidFill>
                  <a:srgbClr val="FFFFFF"/>
                </a:solidFill>
                <a:latin typeface="72 Brand"/>
              </a:rPr>
              <a:t>#00144A</a:t>
            </a:r>
          </a:p>
        </p:txBody>
      </p:sp>
      <p:sp>
        <p:nvSpPr>
          <p:cNvPr id="9" name="Freeform 1">
            <a:extLst>
              <a:ext uri="{FF2B5EF4-FFF2-40B4-BE49-F238E27FC236}">
                <a16:creationId xmlns:a16="http://schemas.microsoft.com/office/drawing/2014/main" id="{B6FD5DF5-B272-7F32-7D3F-4B4DE8830832}"/>
              </a:ext>
            </a:extLst>
          </p:cNvPr>
          <p:cNvSpPr/>
          <p:nvPr userDrawn="1"/>
        </p:nvSpPr>
        <p:spPr>
          <a:xfrm>
            <a:off x="504001" y="1735645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EAECEE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000000"/>
                </a:solidFill>
                <a:latin typeface="72 Brand"/>
              </a:rPr>
              <a:t>Grey 2</a:t>
            </a:r>
            <a:br>
              <a:rPr lang="en-US" sz="1200" dirty="0">
                <a:solidFill>
                  <a:srgbClr val="000000"/>
                </a:solidFill>
                <a:latin typeface="72 Brand"/>
              </a:rPr>
            </a:br>
            <a:r>
              <a:rPr lang="en-US" sz="1200" dirty="0">
                <a:solidFill>
                  <a:srgbClr val="000000"/>
                </a:solidFill>
                <a:latin typeface="72 Brand"/>
              </a:rPr>
              <a:t>#EAECEE</a:t>
            </a:r>
          </a:p>
        </p:txBody>
      </p:sp>
      <p:sp>
        <p:nvSpPr>
          <p:cNvPr id="10" name="Freeform 62">
            <a:extLst>
              <a:ext uri="{FF2B5EF4-FFF2-40B4-BE49-F238E27FC236}">
                <a16:creationId xmlns:a16="http://schemas.microsoft.com/office/drawing/2014/main" id="{2A5C5A51-CFBC-CA03-038B-F25ECA420C8D}"/>
              </a:ext>
            </a:extLst>
          </p:cNvPr>
          <p:cNvSpPr/>
          <p:nvPr userDrawn="1"/>
        </p:nvSpPr>
        <p:spPr>
          <a:xfrm>
            <a:off x="2405161" y="1735645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A9B4BE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000000"/>
                </a:solidFill>
                <a:latin typeface="72 Brand"/>
              </a:rPr>
              <a:t>Grey 4</a:t>
            </a:r>
            <a:br>
              <a:rPr lang="en-US" sz="1200" dirty="0">
                <a:solidFill>
                  <a:srgbClr val="000000"/>
                </a:solidFill>
                <a:latin typeface="72 Brand"/>
              </a:rPr>
            </a:br>
            <a:r>
              <a:rPr lang="en-US" sz="1200" dirty="0">
                <a:solidFill>
                  <a:srgbClr val="000000"/>
                </a:solidFill>
                <a:latin typeface="72 Brand"/>
              </a:rPr>
              <a:t>#A9B4BE</a:t>
            </a:r>
          </a:p>
        </p:txBody>
      </p:sp>
      <p:sp>
        <p:nvSpPr>
          <p:cNvPr id="11" name="Freeform 61">
            <a:extLst>
              <a:ext uri="{FF2B5EF4-FFF2-40B4-BE49-F238E27FC236}">
                <a16:creationId xmlns:a16="http://schemas.microsoft.com/office/drawing/2014/main" id="{FD45E536-EBC7-3EE1-021A-E61DE17D01EB}"/>
              </a:ext>
            </a:extLst>
          </p:cNvPr>
          <p:cNvSpPr/>
          <p:nvPr userDrawn="1"/>
        </p:nvSpPr>
        <p:spPr>
          <a:xfrm>
            <a:off x="4306321" y="1735645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5B738B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FFFFFF"/>
                </a:solidFill>
                <a:latin typeface="72 Brand"/>
              </a:rPr>
              <a:t>Grey 6</a:t>
            </a:r>
            <a:br>
              <a:rPr lang="en-US" sz="1200" dirty="0">
                <a:solidFill>
                  <a:srgbClr val="FFFFFF"/>
                </a:solidFill>
                <a:latin typeface="72 Brand"/>
              </a:rPr>
            </a:br>
            <a:r>
              <a:rPr lang="en-US" sz="1200" dirty="0">
                <a:solidFill>
                  <a:srgbClr val="FFFFFF"/>
                </a:solidFill>
                <a:latin typeface="72 Brand"/>
              </a:rPr>
              <a:t>#5B738B</a:t>
            </a:r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791E1C1C-66AE-2057-3C91-8B50C4A75DCF}"/>
              </a:ext>
            </a:extLst>
          </p:cNvPr>
          <p:cNvSpPr/>
          <p:nvPr userDrawn="1"/>
        </p:nvSpPr>
        <p:spPr>
          <a:xfrm>
            <a:off x="6227422" y="1735645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475E75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FFFFFF"/>
                </a:solidFill>
                <a:latin typeface="72 Brand"/>
              </a:rPr>
              <a:t>Grey 7</a:t>
            </a:r>
            <a:br>
              <a:rPr lang="en-US" sz="1200" dirty="0">
                <a:solidFill>
                  <a:srgbClr val="FFFFFF"/>
                </a:solidFill>
                <a:latin typeface="72 Brand"/>
              </a:rPr>
            </a:br>
            <a:r>
              <a:rPr lang="en-US" sz="1200" dirty="0">
                <a:solidFill>
                  <a:srgbClr val="FFFFFF"/>
                </a:solidFill>
                <a:latin typeface="72 Brand"/>
              </a:rPr>
              <a:t>#475E75</a:t>
            </a:r>
          </a:p>
        </p:txBody>
      </p:sp>
      <p:sp>
        <p:nvSpPr>
          <p:cNvPr id="13" name="Freeform 4">
            <a:extLst>
              <a:ext uri="{FF2B5EF4-FFF2-40B4-BE49-F238E27FC236}">
                <a16:creationId xmlns:a16="http://schemas.microsoft.com/office/drawing/2014/main" id="{E588F81B-1126-0FBD-D1B7-6E42C034BA69}"/>
              </a:ext>
            </a:extLst>
          </p:cNvPr>
          <p:cNvSpPr/>
          <p:nvPr userDrawn="1"/>
        </p:nvSpPr>
        <p:spPr>
          <a:xfrm>
            <a:off x="8129588" y="1734820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1A2733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FFFFFF"/>
                </a:solidFill>
                <a:latin typeface="72 Brand"/>
              </a:rPr>
              <a:t>Grey 10</a:t>
            </a:r>
            <a:br>
              <a:rPr lang="en-US" sz="1200" dirty="0">
                <a:solidFill>
                  <a:srgbClr val="FFFFFF"/>
                </a:solidFill>
                <a:latin typeface="72 Brand"/>
              </a:rPr>
            </a:br>
            <a:r>
              <a:rPr lang="en-US" sz="1200" dirty="0">
                <a:solidFill>
                  <a:srgbClr val="FFFFFF"/>
                </a:solidFill>
                <a:latin typeface="72 Brand"/>
              </a:rPr>
              <a:t>#1A2733</a:t>
            </a:r>
          </a:p>
        </p:txBody>
      </p:sp>
      <p:sp>
        <p:nvSpPr>
          <p:cNvPr id="14" name="Freeform 3">
            <a:extLst>
              <a:ext uri="{FF2B5EF4-FFF2-40B4-BE49-F238E27FC236}">
                <a16:creationId xmlns:a16="http://schemas.microsoft.com/office/drawing/2014/main" id="{B135EB5F-EDA8-1AEE-E89C-944D272C6FDF}"/>
              </a:ext>
            </a:extLst>
          </p:cNvPr>
          <p:cNvSpPr/>
          <p:nvPr userDrawn="1"/>
        </p:nvSpPr>
        <p:spPr>
          <a:xfrm>
            <a:off x="10050689" y="1734820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12171C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FFFFFF"/>
                </a:solidFill>
                <a:latin typeface="72 Brand"/>
              </a:rPr>
              <a:t>Grey 11</a:t>
            </a:r>
            <a:br>
              <a:rPr lang="en-US" sz="1200" dirty="0">
                <a:solidFill>
                  <a:srgbClr val="FFFFFF"/>
                </a:solidFill>
                <a:latin typeface="72 Brand"/>
              </a:rPr>
            </a:br>
            <a:r>
              <a:rPr lang="en-US" sz="1200" dirty="0">
                <a:solidFill>
                  <a:srgbClr val="FFFFFF"/>
                </a:solidFill>
                <a:latin typeface="72 Brand"/>
              </a:rPr>
              <a:t>#12171C</a:t>
            </a:r>
          </a:p>
        </p:txBody>
      </p:sp>
      <p:sp>
        <p:nvSpPr>
          <p:cNvPr id="15" name="Freeform 71">
            <a:extLst>
              <a:ext uri="{FF2B5EF4-FFF2-40B4-BE49-F238E27FC236}">
                <a16:creationId xmlns:a16="http://schemas.microsoft.com/office/drawing/2014/main" id="{8CA86CA8-FB25-362E-AAA0-57D65C85EE8A}"/>
              </a:ext>
            </a:extLst>
          </p:cNvPr>
          <p:cNvSpPr/>
          <p:nvPr userDrawn="1"/>
        </p:nvSpPr>
        <p:spPr>
          <a:xfrm>
            <a:off x="504001" y="2330283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C2FCEE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000000"/>
                </a:solidFill>
                <a:latin typeface="72 Brand"/>
              </a:rPr>
              <a:t>Teal 2</a:t>
            </a:r>
            <a:br>
              <a:rPr lang="en-US" sz="1200" dirty="0">
                <a:solidFill>
                  <a:srgbClr val="000000"/>
                </a:solidFill>
                <a:latin typeface="72 Brand"/>
              </a:rPr>
            </a:br>
            <a:r>
              <a:rPr lang="en-US" sz="1200" dirty="0">
                <a:solidFill>
                  <a:srgbClr val="000000"/>
                </a:solidFill>
                <a:latin typeface="72 Brand"/>
              </a:rPr>
              <a:t>#C2FCEE</a:t>
            </a:r>
          </a:p>
        </p:txBody>
      </p:sp>
      <p:sp>
        <p:nvSpPr>
          <p:cNvPr id="16" name="Freeform 76">
            <a:extLst>
              <a:ext uri="{FF2B5EF4-FFF2-40B4-BE49-F238E27FC236}">
                <a16:creationId xmlns:a16="http://schemas.microsoft.com/office/drawing/2014/main" id="{3DF36DDD-3194-0FFA-03CE-7942BFAC4F73}"/>
              </a:ext>
            </a:extLst>
          </p:cNvPr>
          <p:cNvSpPr/>
          <p:nvPr userDrawn="1"/>
        </p:nvSpPr>
        <p:spPr>
          <a:xfrm>
            <a:off x="2405161" y="2330283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2CE0BF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000000"/>
                </a:solidFill>
                <a:latin typeface="72 Brand"/>
              </a:rPr>
              <a:t>Teal 4</a:t>
            </a:r>
            <a:br>
              <a:rPr lang="en-US" sz="1200" dirty="0">
                <a:solidFill>
                  <a:srgbClr val="000000"/>
                </a:solidFill>
                <a:latin typeface="72 Brand"/>
              </a:rPr>
            </a:br>
            <a:r>
              <a:rPr lang="en-US" sz="1200" dirty="0">
                <a:solidFill>
                  <a:srgbClr val="000000"/>
                </a:solidFill>
                <a:latin typeface="72 Brand"/>
              </a:rPr>
              <a:t>#2CE0BF</a:t>
            </a:r>
          </a:p>
        </p:txBody>
      </p:sp>
      <p:sp>
        <p:nvSpPr>
          <p:cNvPr id="17" name="Freeform 75">
            <a:extLst>
              <a:ext uri="{FF2B5EF4-FFF2-40B4-BE49-F238E27FC236}">
                <a16:creationId xmlns:a16="http://schemas.microsoft.com/office/drawing/2014/main" id="{DB3A75C6-40E1-8418-08FF-2615CB58D2FB}"/>
              </a:ext>
            </a:extLst>
          </p:cNvPr>
          <p:cNvSpPr/>
          <p:nvPr userDrawn="1"/>
        </p:nvSpPr>
        <p:spPr>
          <a:xfrm>
            <a:off x="4306321" y="2330283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chemeClr val="accent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latin typeface="72 Brand"/>
              </a:rPr>
              <a:t>Teal 6</a:t>
            </a:r>
            <a:br>
              <a:rPr lang="en-US" sz="1200" dirty="0">
                <a:latin typeface="72 Brand"/>
              </a:rPr>
            </a:br>
            <a:r>
              <a:rPr lang="en-US" sz="1200" dirty="0">
                <a:latin typeface="72 Brand"/>
              </a:rPr>
              <a:t>#049F9A</a:t>
            </a:r>
          </a:p>
        </p:txBody>
      </p:sp>
      <p:sp>
        <p:nvSpPr>
          <p:cNvPr id="18" name="Freeform 74">
            <a:extLst>
              <a:ext uri="{FF2B5EF4-FFF2-40B4-BE49-F238E27FC236}">
                <a16:creationId xmlns:a16="http://schemas.microsoft.com/office/drawing/2014/main" id="{533C3A8A-C333-3134-26BC-8FDFA21FBFA9}"/>
              </a:ext>
            </a:extLst>
          </p:cNvPr>
          <p:cNvSpPr/>
          <p:nvPr userDrawn="1"/>
        </p:nvSpPr>
        <p:spPr>
          <a:xfrm>
            <a:off x="6227422" y="2330283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07838F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FFFFFF"/>
                </a:solidFill>
                <a:latin typeface="72 Brand"/>
              </a:rPr>
              <a:t>Teal 7</a:t>
            </a:r>
            <a:br>
              <a:rPr lang="en-US" sz="1200" dirty="0">
                <a:solidFill>
                  <a:srgbClr val="FFFFFF"/>
                </a:solidFill>
                <a:latin typeface="72 Brand"/>
              </a:rPr>
            </a:br>
            <a:r>
              <a:rPr lang="en-US" sz="1200" dirty="0">
                <a:solidFill>
                  <a:srgbClr val="FFFFFF"/>
                </a:solidFill>
                <a:latin typeface="72 Brand"/>
              </a:rPr>
              <a:t>#07838F</a:t>
            </a:r>
          </a:p>
        </p:txBody>
      </p:sp>
      <p:sp>
        <p:nvSpPr>
          <p:cNvPr id="19" name="Freeform 73">
            <a:extLst>
              <a:ext uri="{FF2B5EF4-FFF2-40B4-BE49-F238E27FC236}">
                <a16:creationId xmlns:a16="http://schemas.microsoft.com/office/drawing/2014/main" id="{B60C9F30-077E-14E2-CB14-97988F26E630}"/>
              </a:ext>
            </a:extLst>
          </p:cNvPr>
          <p:cNvSpPr/>
          <p:nvPr userDrawn="1"/>
        </p:nvSpPr>
        <p:spPr>
          <a:xfrm>
            <a:off x="8129588" y="2329458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02414C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FFFFFF"/>
                </a:solidFill>
                <a:latin typeface="72 Brand"/>
              </a:rPr>
              <a:t>Teal 10</a:t>
            </a:r>
            <a:br>
              <a:rPr lang="en-US" sz="1200" dirty="0">
                <a:solidFill>
                  <a:srgbClr val="FFFFFF"/>
                </a:solidFill>
                <a:latin typeface="72 Brand"/>
              </a:rPr>
            </a:br>
            <a:r>
              <a:rPr lang="en-US" sz="1200" dirty="0">
                <a:solidFill>
                  <a:srgbClr val="FFFFFF"/>
                </a:solidFill>
                <a:latin typeface="72 Brand"/>
              </a:rPr>
              <a:t>#02414C</a:t>
            </a:r>
          </a:p>
        </p:txBody>
      </p:sp>
      <p:sp>
        <p:nvSpPr>
          <p:cNvPr id="20" name="Freeform 72">
            <a:extLst>
              <a:ext uri="{FF2B5EF4-FFF2-40B4-BE49-F238E27FC236}">
                <a16:creationId xmlns:a16="http://schemas.microsoft.com/office/drawing/2014/main" id="{85E1218C-9B56-A04B-B32B-BF5584E7EB24}"/>
              </a:ext>
            </a:extLst>
          </p:cNvPr>
          <p:cNvSpPr/>
          <p:nvPr userDrawn="1"/>
        </p:nvSpPr>
        <p:spPr>
          <a:xfrm>
            <a:off x="10050689" y="2329458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01293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FFFFFF"/>
                </a:solidFill>
                <a:latin typeface="72 Brand"/>
              </a:rPr>
              <a:t>Teal 11</a:t>
            </a:r>
            <a:br>
              <a:rPr lang="en-US" sz="1200" dirty="0">
                <a:solidFill>
                  <a:srgbClr val="FFFFFF"/>
                </a:solidFill>
                <a:latin typeface="72 Brand"/>
              </a:rPr>
            </a:br>
            <a:r>
              <a:rPr lang="en-US" sz="1200" dirty="0">
                <a:solidFill>
                  <a:srgbClr val="FFFFFF"/>
                </a:solidFill>
                <a:latin typeface="72 Brand"/>
              </a:rPr>
              <a:t>#012931</a:t>
            </a:r>
          </a:p>
        </p:txBody>
      </p:sp>
      <p:sp>
        <p:nvSpPr>
          <p:cNvPr id="21" name="Freeform 77">
            <a:extLst>
              <a:ext uri="{FF2B5EF4-FFF2-40B4-BE49-F238E27FC236}">
                <a16:creationId xmlns:a16="http://schemas.microsoft.com/office/drawing/2014/main" id="{B96DC701-A49C-D4B6-0FAE-8C4D1FE14217}"/>
              </a:ext>
            </a:extLst>
          </p:cNvPr>
          <p:cNvSpPr/>
          <p:nvPr userDrawn="1"/>
        </p:nvSpPr>
        <p:spPr>
          <a:xfrm>
            <a:off x="504001" y="2924921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EBF5CB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000000"/>
                </a:solidFill>
                <a:latin typeface="72 Brand"/>
              </a:rPr>
              <a:t>Green 2</a:t>
            </a:r>
            <a:br>
              <a:rPr lang="en-US" sz="1200" dirty="0">
                <a:solidFill>
                  <a:srgbClr val="000000"/>
                </a:solidFill>
                <a:latin typeface="72 Brand"/>
              </a:rPr>
            </a:br>
            <a:r>
              <a:rPr lang="en-US" sz="1200" dirty="0">
                <a:solidFill>
                  <a:srgbClr val="000000"/>
                </a:solidFill>
                <a:latin typeface="72 Brand"/>
              </a:rPr>
              <a:t>#EBF5CB</a:t>
            </a:r>
          </a:p>
        </p:txBody>
      </p:sp>
      <p:sp>
        <p:nvSpPr>
          <p:cNvPr id="22" name="Freeform 82">
            <a:extLst>
              <a:ext uri="{FF2B5EF4-FFF2-40B4-BE49-F238E27FC236}">
                <a16:creationId xmlns:a16="http://schemas.microsoft.com/office/drawing/2014/main" id="{D3F535AB-FBBB-CC41-AFDB-6251499A2CC3}"/>
              </a:ext>
            </a:extLst>
          </p:cNvPr>
          <p:cNvSpPr/>
          <p:nvPr userDrawn="1"/>
        </p:nvSpPr>
        <p:spPr>
          <a:xfrm>
            <a:off x="2405161" y="2924921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97DD40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000000"/>
                </a:solidFill>
                <a:latin typeface="72 Brand"/>
              </a:rPr>
              <a:t>Green 4</a:t>
            </a:r>
            <a:br>
              <a:rPr lang="en-US" sz="1200" dirty="0">
                <a:solidFill>
                  <a:srgbClr val="000000"/>
                </a:solidFill>
                <a:latin typeface="72 Brand"/>
              </a:rPr>
            </a:br>
            <a:r>
              <a:rPr lang="en-US" sz="1200" dirty="0">
                <a:solidFill>
                  <a:srgbClr val="000000"/>
                </a:solidFill>
                <a:latin typeface="72 Brand"/>
              </a:rPr>
              <a:t>#97DD40</a:t>
            </a:r>
          </a:p>
        </p:txBody>
      </p:sp>
      <p:sp>
        <p:nvSpPr>
          <p:cNvPr id="23" name="Freeform 81">
            <a:extLst>
              <a:ext uri="{FF2B5EF4-FFF2-40B4-BE49-F238E27FC236}">
                <a16:creationId xmlns:a16="http://schemas.microsoft.com/office/drawing/2014/main" id="{FF2D987A-1AEE-FB6C-9091-4D01FA950169}"/>
              </a:ext>
            </a:extLst>
          </p:cNvPr>
          <p:cNvSpPr/>
          <p:nvPr userDrawn="1"/>
        </p:nvSpPr>
        <p:spPr>
          <a:xfrm>
            <a:off x="4306321" y="2924921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chemeClr val="accent3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latin typeface="72 Brand"/>
              </a:rPr>
              <a:t>Green 6</a:t>
            </a:r>
            <a:br>
              <a:rPr lang="en-US" sz="1200" dirty="0">
                <a:latin typeface="72 Brand"/>
              </a:rPr>
            </a:br>
            <a:r>
              <a:rPr lang="en-US" sz="1200" dirty="0">
                <a:latin typeface="72 Brand"/>
              </a:rPr>
              <a:t>#36A41D</a:t>
            </a:r>
          </a:p>
        </p:txBody>
      </p:sp>
      <p:sp>
        <p:nvSpPr>
          <p:cNvPr id="24" name="Freeform 80">
            <a:extLst>
              <a:ext uri="{FF2B5EF4-FFF2-40B4-BE49-F238E27FC236}">
                <a16:creationId xmlns:a16="http://schemas.microsoft.com/office/drawing/2014/main" id="{AA53ACC2-4E92-5B3D-5509-AE0FC7AE540D}"/>
              </a:ext>
            </a:extLst>
          </p:cNvPr>
          <p:cNvSpPr/>
          <p:nvPr userDrawn="1"/>
        </p:nvSpPr>
        <p:spPr>
          <a:xfrm>
            <a:off x="6227422" y="2924921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188918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FFFFFF"/>
                </a:solidFill>
                <a:latin typeface="72 Brand"/>
              </a:rPr>
              <a:t>Green 7</a:t>
            </a:r>
            <a:br>
              <a:rPr lang="en-US" sz="1200" dirty="0">
                <a:solidFill>
                  <a:srgbClr val="FFFFFF"/>
                </a:solidFill>
                <a:latin typeface="72 Brand"/>
              </a:rPr>
            </a:br>
            <a:r>
              <a:rPr lang="en-US" sz="1200" dirty="0">
                <a:solidFill>
                  <a:srgbClr val="FFFFFF"/>
                </a:solidFill>
                <a:latin typeface="72 Brand"/>
              </a:rPr>
              <a:t>#188918</a:t>
            </a:r>
          </a:p>
        </p:txBody>
      </p:sp>
      <p:sp>
        <p:nvSpPr>
          <p:cNvPr id="25" name="Freeform 79">
            <a:extLst>
              <a:ext uri="{FF2B5EF4-FFF2-40B4-BE49-F238E27FC236}">
                <a16:creationId xmlns:a16="http://schemas.microsoft.com/office/drawing/2014/main" id="{D105CE5F-854F-E5AA-CD56-9B210266B1D7}"/>
              </a:ext>
            </a:extLst>
          </p:cNvPr>
          <p:cNvSpPr/>
          <p:nvPr userDrawn="1"/>
        </p:nvSpPr>
        <p:spPr>
          <a:xfrm>
            <a:off x="8129588" y="2924096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164323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FFFFFF"/>
                </a:solidFill>
                <a:latin typeface="72 Brand"/>
              </a:rPr>
              <a:t>Green 10</a:t>
            </a:r>
            <a:br>
              <a:rPr lang="en-US" sz="1200" dirty="0">
                <a:solidFill>
                  <a:srgbClr val="FFFFFF"/>
                </a:solidFill>
                <a:latin typeface="72 Brand"/>
              </a:rPr>
            </a:br>
            <a:r>
              <a:rPr lang="en-US" sz="1200" dirty="0">
                <a:solidFill>
                  <a:srgbClr val="FFFFFF"/>
                </a:solidFill>
                <a:latin typeface="72 Brand"/>
              </a:rPr>
              <a:t>#164323</a:t>
            </a:r>
          </a:p>
        </p:txBody>
      </p:sp>
      <p:sp>
        <p:nvSpPr>
          <p:cNvPr id="26" name="Freeform 78">
            <a:extLst>
              <a:ext uri="{FF2B5EF4-FFF2-40B4-BE49-F238E27FC236}">
                <a16:creationId xmlns:a16="http://schemas.microsoft.com/office/drawing/2014/main" id="{44AC23F7-268E-D9FD-AC0B-EB4A4CB13536}"/>
              </a:ext>
            </a:extLst>
          </p:cNvPr>
          <p:cNvSpPr/>
          <p:nvPr userDrawn="1"/>
        </p:nvSpPr>
        <p:spPr>
          <a:xfrm>
            <a:off x="10050689" y="2924096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0E2B16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FFFFFF"/>
                </a:solidFill>
                <a:latin typeface="72 Brand"/>
              </a:rPr>
              <a:t>Green 11</a:t>
            </a:r>
            <a:br>
              <a:rPr lang="en-US" sz="1200" dirty="0">
                <a:solidFill>
                  <a:srgbClr val="FFFFFF"/>
                </a:solidFill>
                <a:latin typeface="72 Brand"/>
              </a:rPr>
            </a:br>
            <a:r>
              <a:rPr lang="en-US" sz="1200" dirty="0">
                <a:solidFill>
                  <a:srgbClr val="FFFFFF"/>
                </a:solidFill>
                <a:latin typeface="72 Brand"/>
              </a:rPr>
              <a:t>#0E2B16</a:t>
            </a:r>
          </a:p>
        </p:txBody>
      </p:sp>
      <p:sp>
        <p:nvSpPr>
          <p:cNvPr id="27" name="Freeform 83">
            <a:extLst>
              <a:ext uri="{FF2B5EF4-FFF2-40B4-BE49-F238E27FC236}">
                <a16:creationId xmlns:a16="http://schemas.microsoft.com/office/drawing/2014/main" id="{FCD2E78F-C379-DA9E-AC51-45BB0ACD8CDC}"/>
              </a:ext>
            </a:extLst>
          </p:cNvPr>
          <p:cNvSpPr/>
          <p:nvPr userDrawn="1"/>
        </p:nvSpPr>
        <p:spPr>
          <a:xfrm>
            <a:off x="504001" y="3519559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FFF3B8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000000"/>
                </a:solidFill>
                <a:latin typeface="72 Brand"/>
              </a:rPr>
              <a:t>Mango 2</a:t>
            </a:r>
            <a:br>
              <a:rPr lang="en-US" sz="1200" dirty="0">
                <a:solidFill>
                  <a:srgbClr val="000000"/>
                </a:solidFill>
                <a:latin typeface="72 Brand"/>
              </a:rPr>
            </a:br>
            <a:r>
              <a:rPr lang="en-US" sz="1200" dirty="0">
                <a:solidFill>
                  <a:srgbClr val="000000"/>
                </a:solidFill>
                <a:latin typeface="72 Brand"/>
              </a:rPr>
              <a:t>#FFF3B8</a:t>
            </a:r>
          </a:p>
        </p:txBody>
      </p:sp>
      <p:sp>
        <p:nvSpPr>
          <p:cNvPr id="28" name="Freeform 88">
            <a:extLst>
              <a:ext uri="{FF2B5EF4-FFF2-40B4-BE49-F238E27FC236}">
                <a16:creationId xmlns:a16="http://schemas.microsoft.com/office/drawing/2014/main" id="{8F604492-C37F-A63E-B6EF-C1D9DA958F6A}"/>
              </a:ext>
            </a:extLst>
          </p:cNvPr>
          <p:cNvSpPr/>
          <p:nvPr userDrawn="1"/>
        </p:nvSpPr>
        <p:spPr>
          <a:xfrm>
            <a:off x="2405161" y="3519559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FFC933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000000"/>
                </a:solidFill>
                <a:latin typeface="72 Brand"/>
              </a:rPr>
              <a:t>Mango 4</a:t>
            </a:r>
            <a:br>
              <a:rPr lang="en-US" sz="1200" dirty="0">
                <a:solidFill>
                  <a:srgbClr val="000000"/>
                </a:solidFill>
                <a:latin typeface="72 Brand"/>
              </a:rPr>
            </a:br>
            <a:r>
              <a:rPr lang="en-US" sz="1200" dirty="0">
                <a:solidFill>
                  <a:srgbClr val="000000"/>
                </a:solidFill>
                <a:latin typeface="72 Brand"/>
              </a:rPr>
              <a:t>#FFC933</a:t>
            </a:r>
          </a:p>
        </p:txBody>
      </p:sp>
      <p:sp>
        <p:nvSpPr>
          <p:cNvPr id="29" name="Freeform 87">
            <a:extLst>
              <a:ext uri="{FF2B5EF4-FFF2-40B4-BE49-F238E27FC236}">
                <a16:creationId xmlns:a16="http://schemas.microsoft.com/office/drawing/2014/main" id="{1903B33E-7553-03DE-1850-350C0DCE0478}"/>
              </a:ext>
            </a:extLst>
          </p:cNvPr>
          <p:cNvSpPr/>
          <p:nvPr userDrawn="1"/>
        </p:nvSpPr>
        <p:spPr>
          <a:xfrm>
            <a:off x="4306321" y="3519559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latin typeface="72 Brand"/>
              </a:rPr>
              <a:t>Mango 6</a:t>
            </a:r>
            <a:br>
              <a:rPr lang="en-US" sz="1200" dirty="0">
                <a:latin typeface="72 Brand"/>
              </a:rPr>
            </a:br>
            <a:r>
              <a:rPr lang="en-US" sz="1200" dirty="0">
                <a:latin typeface="72 Brand"/>
              </a:rPr>
              <a:t>#E76500</a:t>
            </a:r>
          </a:p>
        </p:txBody>
      </p:sp>
      <p:sp>
        <p:nvSpPr>
          <p:cNvPr id="30" name="Freeform 86">
            <a:extLst>
              <a:ext uri="{FF2B5EF4-FFF2-40B4-BE49-F238E27FC236}">
                <a16:creationId xmlns:a16="http://schemas.microsoft.com/office/drawing/2014/main" id="{220419B0-04C2-995C-B267-365BA4A8314C}"/>
              </a:ext>
            </a:extLst>
          </p:cNvPr>
          <p:cNvSpPr/>
          <p:nvPr userDrawn="1"/>
        </p:nvSpPr>
        <p:spPr>
          <a:xfrm>
            <a:off x="6227422" y="3519559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C35500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FFFFFF"/>
                </a:solidFill>
                <a:latin typeface="72 Brand"/>
              </a:rPr>
              <a:t>Mango 7</a:t>
            </a:r>
            <a:br>
              <a:rPr lang="en-US" sz="1200" dirty="0">
                <a:solidFill>
                  <a:srgbClr val="FFFFFF"/>
                </a:solidFill>
                <a:latin typeface="72 Brand"/>
              </a:rPr>
            </a:br>
            <a:r>
              <a:rPr lang="en-US" sz="1200" dirty="0">
                <a:solidFill>
                  <a:srgbClr val="FFFFFF"/>
                </a:solidFill>
                <a:latin typeface="72 Brand"/>
              </a:rPr>
              <a:t>#C35500</a:t>
            </a:r>
          </a:p>
        </p:txBody>
      </p:sp>
      <p:sp>
        <p:nvSpPr>
          <p:cNvPr id="31" name="Freeform 85">
            <a:extLst>
              <a:ext uri="{FF2B5EF4-FFF2-40B4-BE49-F238E27FC236}">
                <a16:creationId xmlns:a16="http://schemas.microsoft.com/office/drawing/2014/main" id="{5291C6D6-3C0A-1EC1-0DE4-3468327A01FC}"/>
              </a:ext>
            </a:extLst>
          </p:cNvPr>
          <p:cNvSpPr/>
          <p:nvPr userDrawn="1"/>
        </p:nvSpPr>
        <p:spPr>
          <a:xfrm>
            <a:off x="8129588" y="3518734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6D1900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FFFFFF"/>
                </a:solidFill>
                <a:latin typeface="72 Brand"/>
              </a:rPr>
              <a:t>Mango 10</a:t>
            </a:r>
            <a:br>
              <a:rPr lang="en-US" sz="1200" dirty="0">
                <a:solidFill>
                  <a:srgbClr val="FFFFFF"/>
                </a:solidFill>
                <a:latin typeface="72 Brand"/>
              </a:rPr>
            </a:br>
            <a:r>
              <a:rPr lang="en-US" sz="1200" dirty="0">
                <a:solidFill>
                  <a:srgbClr val="FFFFFF"/>
                </a:solidFill>
                <a:latin typeface="72 Brand"/>
              </a:rPr>
              <a:t>#6D1900</a:t>
            </a:r>
          </a:p>
        </p:txBody>
      </p:sp>
      <p:sp>
        <p:nvSpPr>
          <p:cNvPr id="32" name="Freeform 84">
            <a:extLst>
              <a:ext uri="{FF2B5EF4-FFF2-40B4-BE49-F238E27FC236}">
                <a16:creationId xmlns:a16="http://schemas.microsoft.com/office/drawing/2014/main" id="{0C8AFC63-A495-CD19-A678-5D1C65A0F630}"/>
              </a:ext>
            </a:extLst>
          </p:cNvPr>
          <p:cNvSpPr/>
          <p:nvPr userDrawn="1"/>
        </p:nvSpPr>
        <p:spPr>
          <a:xfrm>
            <a:off x="10050689" y="3518734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450B00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FFFFFF"/>
                </a:solidFill>
                <a:latin typeface="72 Brand"/>
              </a:rPr>
              <a:t>Mango 11</a:t>
            </a:r>
            <a:br>
              <a:rPr lang="en-US" sz="1200" dirty="0">
                <a:solidFill>
                  <a:srgbClr val="FFFFFF"/>
                </a:solidFill>
                <a:latin typeface="72 Brand"/>
              </a:rPr>
            </a:br>
            <a:r>
              <a:rPr lang="en-US" sz="1200" dirty="0">
                <a:solidFill>
                  <a:srgbClr val="FFFFFF"/>
                </a:solidFill>
                <a:latin typeface="72 Brand"/>
              </a:rPr>
              <a:t>#450B00</a:t>
            </a:r>
          </a:p>
        </p:txBody>
      </p:sp>
      <p:sp>
        <p:nvSpPr>
          <p:cNvPr id="33" name="Freeform 89">
            <a:extLst>
              <a:ext uri="{FF2B5EF4-FFF2-40B4-BE49-F238E27FC236}">
                <a16:creationId xmlns:a16="http://schemas.microsoft.com/office/drawing/2014/main" id="{88F1E754-E8C5-5438-3533-D344315E7FC2}"/>
              </a:ext>
            </a:extLst>
          </p:cNvPr>
          <p:cNvSpPr/>
          <p:nvPr userDrawn="1"/>
        </p:nvSpPr>
        <p:spPr>
          <a:xfrm>
            <a:off x="504001" y="4114197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FFD5EA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000000"/>
                </a:solidFill>
                <a:latin typeface="72 Brand"/>
              </a:rPr>
              <a:t>Red 2</a:t>
            </a:r>
            <a:br>
              <a:rPr lang="en-US" sz="1200" dirty="0">
                <a:solidFill>
                  <a:srgbClr val="000000"/>
                </a:solidFill>
                <a:latin typeface="72 Brand"/>
              </a:rPr>
            </a:br>
            <a:r>
              <a:rPr lang="en-US" sz="1200" dirty="0">
                <a:solidFill>
                  <a:srgbClr val="000000"/>
                </a:solidFill>
                <a:latin typeface="72 Brand"/>
              </a:rPr>
              <a:t>#FFD5EA</a:t>
            </a:r>
          </a:p>
        </p:txBody>
      </p:sp>
      <p:sp>
        <p:nvSpPr>
          <p:cNvPr id="34" name="Freeform 94">
            <a:extLst>
              <a:ext uri="{FF2B5EF4-FFF2-40B4-BE49-F238E27FC236}">
                <a16:creationId xmlns:a16="http://schemas.microsoft.com/office/drawing/2014/main" id="{F9CAB2F5-111E-9B62-A950-2766E6062CBF}"/>
              </a:ext>
            </a:extLst>
          </p:cNvPr>
          <p:cNvSpPr/>
          <p:nvPr userDrawn="1"/>
        </p:nvSpPr>
        <p:spPr>
          <a:xfrm>
            <a:off x="2405161" y="4114197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FF8CB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000000"/>
                </a:solidFill>
                <a:latin typeface="72 Brand"/>
              </a:rPr>
              <a:t>Red 4</a:t>
            </a:r>
            <a:br>
              <a:rPr lang="en-US" sz="1200" dirty="0">
                <a:solidFill>
                  <a:srgbClr val="000000"/>
                </a:solidFill>
                <a:latin typeface="72 Brand"/>
              </a:rPr>
            </a:br>
            <a:r>
              <a:rPr lang="en-US" sz="1200" dirty="0">
                <a:solidFill>
                  <a:srgbClr val="000000"/>
                </a:solidFill>
                <a:latin typeface="72 Brand"/>
              </a:rPr>
              <a:t>#FF8CB2</a:t>
            </a:r>
          </a:p>
        </p:txBody>
      </p:sp>
      <p:sp>
        <p:nvSpPr>
          <p:cNvPr id="35" name="Freeform 93">
            <a:extLst>
              <a:ext uri="{FF2B5EF4-FFF2-40B4-BE49-F238E27FC236}">
                <a16:creationId xmlns:a16="http://schemas.microsoft.com/office/drawing/2014/main" id="{20875E28-2038-256F-D469-19622F84F475}"/>
              </a:ext>
            </a:extLst>
          </p:cNvPr>
          <p:cNvSpPr/>
          <p:nvPr userDrawn="1"/>
        </p:nvSpPr>
        <p:spPr>
          <a:xfrm>
            <a:off x="4306321" y="4114197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EE3939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latin typeface="72 Brand"/>
              </a:rPr>
              <a:t>Red 6</a:t>
            </a:r>
            <a:br>
              <a:rPr lang="en-US" sz="1200" dirty="0">
                <a:latin typeface="72 Brand"/>
              </a:rPr>
            </a:br>
            <a:r>
              <a:rPr lang="en-US" sz="1200" dirty="0">
                <a:latin typeface="72 Brand"/>
              </a:rPr>
              <a:t>#EE3939</a:t>
            </a:r>
          </a:p>
        </p:txBody>
      </p:sp>
      <p:sp>
        <p:nvSpPr>
          <p:cNvPr id="36" name="Freeform 92">
            <a:extLst>
              <a:ext uri="{FF2B5EF4-FFF2-40B4-BE49-F238E27FC236}">
                <a16:creationId xmlns:a16="http://schemas.microsoft.com/office/drawing/2014/main" id="{54067863-63ED-3E20-7BA9-91BA18863CAC}"/>
              </a:ext>
            </a:extLst>
          </p:cNvPr>
          <p:cNvSpPr/>
          <p:nvPr userDrawn="1"/>
        </p:nvSpPr>
        <p:spPr>
          <a:xfrm>
            <a:off x="6227422" y="4114197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D20A0A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FFFFFF"/>
                </a:solidFill>
                <a:latin typeface="72 Brand"/>
              </a:rPr>
              <a:t>Red 7</a:t>
            </a:r>
            <a:br>
              <a:rPr lang="en-US" sz="1200" dirty="0">
                <a:solidFill>
                  <a:srgbClr val="FFFFFF"/>
                </a:solidFill>
                <a:latin typeface="72 Brand"/>
              </a:rPr>
            </a:br>
            <a:r>
              <a:rPr lang="en-US" sz="1200" dirty="0">
                <a:solidFill>
                  <a:srgbClr val="FFFFFF"/>
                </a:solidFill>
                <a:latin typeface="72 Brand"/>
              </a:rPr>
              <a:t>#D20A0A</a:t>
            </a:r>
          </a:p>
        </p:txBody>
      </p:sp>
      <p:sp>
        <p:nvSpPr>
          <p:cNvPr id="37" name="Freeform 91">
            <a:extLst>
              <a:ext uri="{FF2B5EF4-FFF2-40B4-BE49-F238E27FC236}">
                <a16:creationId xmlns:a16="http://schemas.microsoft.com/office/drawing/2014/main" id="{16AC9816-9312-095C-CA75-9BB225C4252E}"/>
              </a:ext>
            </a:extLst>
          </p:cNvPr>
          <p:cNvSpPr/>
          <p:nvPr userDrawn="1"/>
        </p:nvSpPr>
        <p:spPr>
          <a:xfrm>
            <a:off x="8129588" y="4113372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5A0404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FFFFFF"/>
                </a:solidFill>
                <a:latin typeface="72 Brand"/>
              </a:rPr>
              <a:t>Red 10</a:t>
            </a:r>
            <a:br>
              <a:rPr lang="en-US" sz="1200" dirty="0">
                <a:solidFill>
                  <a:srgbClr val="FFFFFF"/>
                </a:solidFill>
                <a:latin typeface="72 Brand"/>
              </a:rPr>
            </a:br>
            <a:r>
              <a:rPr lang="en-US" sz="1200" dirty="0">
                <a:solidFill>
                  <a:srgbClr val="FFFFFF"/>
                </a:solidFill>
                <a:latin typeface="72 Brand"/>
              </a:rPr>
              <a:t>#5A0404</a:t>
            </a:r>
          </a:p>
        </p:txBody>
      </p:sp>
      <p:sp>
        <p:nvSpPr>
          <p:cNvPr id="38" name="Freeform 90">
            <a:extLst>
              <a:ext uri="{FF2B5EF4-FFF2-40B4-BE49-F238E27FC236}">
                <a16:creationId xmlns:a16="http://schemas.microsoft.com/office/drawing/2014/main" id="{AEF6149F-55EA-8B85-D5DF-EFB6B2FF4645}"/>
              </a:ext>
            </a:extLst>
          </p:cNvPr>
          <p:cNvSpPr/>
          <p:nvPr userDrawn="1"/>
        </p:nvSpPr>
        <p:spPr>
          <a:xfrm>
            <a:off x="10050689" y="4113372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350000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FFFFFF"/>
                </a:solidFill>
                <a:latin typeface="72 Brand"/>
              </a:rPr>
              <a:t>Red 11</a:t>
            </a:r>
            <a:br>
              <a:rPr lang="en-US" sz="1200" dirty="0">
                <a:solidFill>
                  <a:srgbClr val="FFFFFF"/>
                </a:solidFill>
                <a:latin typeface="72 Brand"/>
              </a:rPr>
            </a:br>
            <a:r>
              <a:rPr lang="en-US" sz="1200" dirty="0">
                <a:solidFill>
                  <a:srgbClr val="FFFFFF"/>
                </a:solidFill>
                <a:latin typeface="72 Brand"/>
              </a:rPr>
              <a:t>#350000</a:t>
            </a:r>
          </a:p>
        </p:txBody>
      </p:sp>
      <p:sp>
        <p:nvSpPr>
          <p:cNvPr id="39" name="Freeform 95">
            <a:extLst>
              <a:ext uri="{FF2B5EF4-FFF2-40B4-BE49-F238E27FC236}">
                <a16:creationId xmlns:a16="http://schemas.microsoft.com/office/drawing/2014/main" id="{4027EC94-48C6-D9D1-D350-2C19E151F706}"/>
              </a:ext>
            </a:extLst>
          </p:cNvPr>
          <p:cNvSpPr/>
          <p:nvPr userDrawn="1"/>
        </p:nvSpPr>
        <p:spPr>
          <a:xfrm>
            <a:off x="504001" y="4708836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FFDCE8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000000"/>
                </a:solidFill>
                <a:latin typeface="72 Brand"/>
              </a:rPr>
              <a:t>Raspberry 2</a:t>
            </a:r>
            <a:br>
              <a:rPr lang="en-US" sz="1200" dirty="0">
                <a:solidFill>
                  <a:srgbClr val="000000"/>
                </a:solidFill>
                <a:latin typeface="72 Brand"/>
              </a:rPr>
            </a:br>
            <a:r>
              <a:rPr lang="en-US" sz="1200" dirty="0">
                <a:solidFill>
                  <a:srgbClr val="000000"/>
                </a:solidFill>
                <a:latin typeface="72 Brand"/>
              </a:rPr>
              <a:t>#FFDCE8</a:t>
            </a:r>
          </a:p>
        </p:txBody>
      </p:sp>
      <p:sp>
        <p:nvSpPr>
          <p:cNvPr id="40" name="Freeform 100">
            <a:extLst>
              <a:ext uri="{FF2B5EF4-FFF2-40B4-BE49-F238E27FC236}">
                <a16:creationId xmlns:a16="http://schemas.microsoft.com/office/drawing/2014/main" id="{74AAC3CA-6774-EA05-39D2-6BFA7B4DF9B5}"/>
              </a:ext>
            </a:extLst>
          </p:cNvPr>
          <p:cNvSpPr/>
          <p:nvPr userDrawn="1"/>
        </p:nvSpPr>
        <p:spPr>
          <a:xfrm>
            <a:off x="2405161" y="4708836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FEADC8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000000"/>
                </a:solidFill>
                <a:latin typeface="72 Brand"/>
              </a:rPr>
              <a:t>Raspberry 4</a:t>
            </a:r>
            <a:br>
              <a:rPr lang="en-US" sz="1200" dirty="0">
                <a:solidFill>
                  <a:srgbClr val="000000"/>
                </a:solidFill>
                <a:latin typeface="72 Brand"/>
              </a:rPr>
            </a:br>
            <a:r>
              <a:rPr lang="en-US" sz="1200" dirty="0">
                <a:solidFill>
                  <a:srgbClr val="000000"/>
                </a:solidFill>
                <a:latin typeface="72 Brand"/>
              </a:rPr>
              <a:t>#FEADC8</a:t>
            </a:r>
          </a:p>
        </p:txBody>
      </p:sp>
      <p:sp>
        <p:nvSpPr>
          <p:cNvPr id="41" name="Freeform 99">
            <a:extLst>
              <a:ext uri="{FF2B5EF4-FFF2-40B4-BE49-F238E27FC236}">
                <a16:creationId xmlns:a16="http://schemas.microsoft.com/office/drawing/2014/main" id="{81CE6DC8-B91F-EDAE-0084-E839B0BE2C32}"/>
              </a:ext>
            </a:extLst>
          </p:cNvPr>
          <p:cNvSpPr/>
          <p:nvPr userDrawn="1"/>
        </p:nvSpPr>
        <p:spPr>
          <a:xfrm>
            <a:off x="4306321" y="4708836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chemeClr val="accent4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latin typeface="72 Brand"/>
              </a:rPr>
              <a:t>Raspberry 6</a:t>
            </a:r>
            <a:br>
              <a:rPr lang="en-US" sz="1200" dirty="0">
                <a:latin typeface="72 Brand"/>
              </a:rPr>
            </a:br>
            <a:r>
              <a:rPr lang="en-US" sz="1200" dirty="0">
                <a:latin typeface="72 Brand"/>
              </a:rPr>
              <a:t>#FA4F96</a:t>
            </a:r>
          </a:p>
        </p:txBody>
      </p:sp>
      <p:sp>
        <p:nvSpPr>
          <p:cNvPr id="42" name="Freeform 98">
            <a:extLst>
              <a:ext uri="{FF2B5EF4-FFF2-40B4-BE49-F238E27FC236}">
                <a16:creationId xmlns:a16="http://schemas.microsoft.com/office/drawing/2014/main" id="{445568CB-5C4B-F612-2395-62D135B605D9}"/>
              </a:ext>
            </a:extLst>
          </p:cNvPr>
          <p:cNvSpPr/>
          <p:nvPr userDrawn="1"/>
        </p:nvSpPr>
        <p:spPr>
          <a:xfrm>
            <a:off x="6227422" y="4708836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DF1278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FFFFFF"/>
                </a:solidFill>
                <a:latin typeface="72 Brand"/>
              </a:rPr>
              <a:t>Raspberry 7</a:t>
            </a:r>
            <a:br>
              <a:rPr lang="en-US" sz="1200" dirty="0">
                <a:solidFill>
                  <a:srgbClr val="FFFFFF"/>
                </a:solidFill>
                <a:latin typeface="72 Brand"/>
              </a:rPr>
            </a:br>
            <a:r>
              <a:rPr lang="en-US" sz="1200" dirty="0">
                <a:solidFill>
                  <a:srgbClr val="FFFFFF"/>
                </a:solidFill>
                <a:latin typeface="72 Brand"/>
              </a:rPr>
              <a:t>#DF1278</a:t>
            </a:r>
          </a:p>
        </p:txBody>
      </p:sp>
      <p:sp>
        <p:nvSpPr>
          <p:cNvPr id="43" name="Freeform 97">
            <a:extLst>
              <a:ext uri="{FF2B5EF4-FFF2-40B4-BE49-F238E27FC236}">
                <a16:creationId xmlns:a16="http://schemas.microsoft.com/office/drawing/2014/main" id="{880D550A-2A0C-9B91-BC01-2F055CD55C3E}"/>
              </a:ext>
            </a:extLst>
          </p:cNvPr>
          <p:cNvSpPr/>
          <p:nvPr userDrawn="1"/>
        </p:nvSpPr>
        <p:spPr>
          <a:xfrm>
            <a:off x="8129588" y="4708011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71014B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FFFFFF"/>
                </a:solidFill>
                <a:latin typeface="72 Brand"/>
              </a:rPr>
              <a:t>Raspberry 10</a:t>
            </a:r>
            <a:br>
              <a:rPr lang="en-US" sz="1200" dirty="0">
                <a:solidFill>
                  <a:srgbClr val="FFFFFF"/>
                </a:solidFill>
                <a:latin typeface="72 Brand"/>
              </a:rPr>
            </a:br>
            <a:r>
              <a:rPr lang="en-US" sz="1200" dirty="0">
                <a:solidFill>
                  <a:srgbClr val="FFFFFF"/>
                </a:solidFill>
                <a:latin typeface="72 Brand"/>
              </a:rPr>
              <a:t>#71014B</a:t>
            </a:r>
          </a:p>
        </p:txBody>
      </p:sp>
      <p:sp>
        <p:nvSpPr>
          <p:cNvPr id="44" name="Freeform 96">
            <a:extLst>
              <a:ext uri="{FF2B5EF4-FFF2-40B4-BE49-F238E27FC236}">
                <a16:creationId xmlns:a16="http://schemas.microsoft.com/office/drawing/2014/main" id="{B990BC40-0AED-879D-23F0-E5EC2B7BFC43}"/>
              </a:ext>
            </a:extLst>
          </p:cNvPr>
          <p:cNvSpPr/>
          <p:nvPr userDrawn="1"/>
        </p:nvSpPr>
        <p:spPr>
          <a:xfrm>
            <a:off x="10050689" y="4708011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510136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FFFFFF"/>
                </a:solidFill>
                <a:latin typeface="72 Brand"/>
              </a:rPr>
              <a:t>Raspberry 11</a:t>
            </a:r>
            <a:br>
              <a:rPr lang="en-US" sz="1200" dirty="0">
                <a:solidFill>
                  <a:srgbClr val="FFFFFF"/>
                </a:solidFill>
                <a:latin typeface="72 Brand"/>
              </a:rPr>
            </a:br>
            <a:r>
              <a:rPr lang="en-US" sz="1200" dirty="0">
                <a:solidFill>
                  <a:srgbClr val="FFFFFF"/>
                </a:solidFill>
                <a:latin typeface="72 Brand"/>
              </a:rPr>
              <a:t>#510136</a:t>
            </a:r>
          </a:p>
        </p:txBody>
      </p:sp>
      <p:sp>
        <p:nvSpPr>
          <p:cNvPr id="45" name="Freeform 101">
            <a:extLst>
              <a:ext uri="{FF2B5EF4-FFF2-40B4-BE49-F238E27FC236}">
                <a16:creationId xmlns:a16="http://schemas.microsoft.com/office/drawing/2014/main" id="{917F0007-E6BC-B6A0-B878-68DA78CFED8B}"/>
              </a:ext>
            </a:extLst>
          </p:cNvPr>
          <p:cNvSpPr/>
          <p:nvPr userDrawn="1"/>
        </p:nvSpPr>
        <p:spPr>
          <a:xfrm>
            <a:off x="504001" y="5303474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FFDCF3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000000"/>
                </a:solidFill>
                <a:latin typeface="72 Brand"/>
              </a:rPr>
              <a:t>Pink 2</a:t>
            </a:r>
            <a:br>
              <a:rPr lang="en-US" sz="1200" dirty="0">
                <a:solidFill>
                  <a:srgbClr val="000000"/>
                </a:solidFill>
                <a:latin typeface="72 Brand"/>
              </a:rPr>
            </a:br>
            <a:r>
              <a:rPr lang="en-US" sz="1200" dirty="0">
                <a:solidFill>
                  <a:srgbClr val="000000"/>
                </a:solidFill>
                <a:latin typeface="72 Brand"/>
              </a:rPr>
              <a:t>#FFDCF3</a:t>
            </a:r>
          </a:p>
        </p:txBody>
      </p:sp>
      <p:sp>
        <p:nvSpPr>
          <p:cNvPr id="46" name="Freeform 106">
            <a:extLst>
              <a:ext uri="{FF2B5EF4-FFF2-40B4-BE49-F238E27FC236}">
                <a16:creationId xmlns:a16="http://schemas.microsoft.com/office/drawing/2014/main" id="{0AD9E1EE-5506-751B-38EA-38841C8A80ED}"/>
              </a:ext>
            </a:extLst>
          </p:cNvPr>
          <p:cNvSpPr/>
          <p:nvPr userDrawn="1"/>
        </p:nvSpPr>
        <p:spPr>
          <a:xfrm>
            <a:off x="2405161" y="5303474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FF8AF0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000000"/>
                </a:solidFill>
                <a:latin typeface="72 Brand"/>
              </a:rPr>
              <a:t>Pink 4</a:t>
            </a:r>
            <a:br>
              <a:rPr lang="en-US" sz="1200" dirty="0">
                <a:solidFill>
                  <a:srgbClr val="000000"/>
                </a:solidFill>
                <a:latin typeface="72 Brand"/>
              </a:rPr>
            </a:br>
            <a:r>
              <a:rPr lang="en-US" sz="1200" dirty="0">
                <a:solidFill>
                  <a:srgbClr val="000000"/>
                </a:solidFill>
                <a:latin typeface="72 Brand"/>
              </a:rPr>
              <a:t>#FF8AF0</a:t>
            </a:r>
          </a:p>
        </p:txBody>
      </p:sp>
      <p:sp>
        <p:nvSpPr>
          <p:cNvPr id="47" name="Freeform 105">
            <a:extLst>
              <a:ext uri="{FF2B5EF4-FFF2-40B4-BE49-F238E27FC236}">
                <a16:creationId xmlns:a16="http://schemas.microsoft.com/office/drawing/2014/main" id="{33BC0809-597B-D705-027A-A75FF023724C}"/>
              </a:ext>
            </a:extLst>
          </p:cNvPr>
          <p:cNvSpPr/>
          <p:nvPr userDrawn="1"/>
        </p:nvSpPr>
        <p:spPr>
          <a:xfrm>
            <a:off x="4306321" y="5303474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F31DED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latin typeface="72 Brand"/>
              </a:rPr>
              <a:t>Pink 6</a:t>
            </a:r>
            <a:br>
              <a:rPr lang="en-US" sz="1200" dirty="0">
                <a:latin typeface="72 Brand"/>
              </a:rPr>
            </a:br>
            <a:r>
              <a:rPr lang="en-US" sz="1200" dirty="0">
                <a:latin typeface="72 Brand"/>
              </a:rPr>
              <a:t>#F31DED</a:t>
            </a:r>
          </a:p>
        </p:txBody>
      </p:sp>
      <p:sp>
        <p:nvSpPr>
          <p:cNvPr id="48" name="Freeform 104">
            <a:extLst>
              <a:ext uri="{FF2B5EF4-FFF2-40B4-BE49-F238E27FC236}">
                <a16:creationId xmlns:a16="http://schemas.microsoft.com/office/drawing/2014/main" id="{EA8325A0-3800-3844-7028-1335F7DA6DD4}"/>
              </a:ext>
            </a:extLst>
          </p:cNvPr>
          <p:cNvSpPr/>
          <p:nvPr userDrawn="1"/>
        </p:nvSpPr>
        <p:spPr>
          <a:xfrm>
            <a:off x="6227422" y="5303474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CC00DC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FFFFFF"/>
                </a:solidFill>
                <a:latin typeface="72 Brand"/>
              </a:rPr>
              <a:t>Pink 7</a:t>
            </a:r>
            <a:br>
              <a:rPr lang="en-US" sz="1200" dirty="0">
                <a:solidFill>
                  <a:srgbClr val="FFFFFF"/>
                </a:solidFill>
                <a:latin typeface="72 Brand"/>
              </a:rPr>
            </a:br>
            <a:r>
              <a:rPr lang="en-US" sz="1200" dirty="0">
                <a:solidFill>
                  <a:srgbClr val="FFFFFF"/>
                </a:solidFill>
                <a:latin typeface="72 Brand"/>
              </a:rPr>
              <a:t>#CC00DC</a:t>
            </a:r>
          </a:p>
        </p:txBody>
      </p:sp>
      <p:sp>
        <p:nvSpPr>
          <p:cNvPr id="49" name="Freeform 103">
            <a:extLst>
              <a:ext uri="{FF2B5EF4-FFF2-40B4-BE49-F238E27FC236}">
                <a16:creationId xmlns:a16="http://schemas.microsoft.com/office/drawing/2014/main" id="{0FAC4B6B-3B2C-409E-6B7B-3332654C7A79}"/>
              </a:ext>
            </a:extLst>
          </p:cNvPr>
          <p:cNvSpPr/>
          <p:nvPr userDrawn="1"/>
        </p:nvSpPr>
        <p:spPr>
          <a:xfrm>
            <a:off x="8129588" y="5302649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510080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FFFFFF"/>
                </a:solidFill>
                <a:latin typeface="72 Brand"/>
              </a:rPr>
              <a:t>Pink 10</a:t>
            </a:r>
            <a:br>
              <a:rPr lang="en-US" sz="1200" dirty="0">
                <a:solidFill>
                  <a:srgbClr val="FFFFFF"/>
                </a:solidFill>
                <a:latin typeface="72 Brand"/>
              </a:rPr>
            </a:br>
            <a:r>
              <a:rPr lang="en-US" sz="1200" dirty="0">
                <a:solidFill>
                  <a:srgbClr val="FFFFFF"/>
                </a:solidFill>
                <a:latin typeface="72 Brand"/>
              </a:rPr>
              <a:t>#510080</a:t>
            </a:r>
          </a:p>
        </p:txBody>
      </p:sp>
      <p:sp>
        <p:nvSpPr>
          <p:cNvPr id="50" name="Freeform 102">
            <a:extLst>
              <a:ext uri="{FF2B5EF4-FFF2-40B4-BE49-F238E27FC236}">
                <a16:creationId xmlns:a16="http://schemas.microsoft.com/office/drawing/2014/main" id="{6A62005D-6E71-B214-2A29-BFD9F334AEF1}"/>
              </a:ext>
            </a:extLst>
          </p:cNvPr>
          <p:cNvSpPr/>
          <p:nvPr userDrawn="1"/>
        </p:nvSpPr>
        <p:spPr>
          <a:xfrm>
            <a:off x="10050689" y="5302649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28004A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FFFFFF"/>
                </a:solidFill>
                <a:latin typeface="72 Brand"/>
              </a:rPr>
              <a:t>Pink 11</a:t>
            </a:r>
            <a:br>
              <a:rPr lang="en-US" sz="1200" dirty="0">
                <a:solidFill>
                  <a:srgbClr val="FFFFFF"/>
                </a:solidFill>
                <a:latin typeface="72 Brand"/>
              </a:rPr>
            </a:br>
            <a:r>
              <a:rPr lang="en-US" sz="1200" dirty="0">
                <a:solidFill>
                  <a:srgbClr val="FFFFFF"/>
                </a:solidFill>
                <a:latin typeface="72 Brand"/>
              </a:rPr>
              <a:t>#28004A</a:t>
            </a:r>
          </a:p>
        </p:txBody>
      </p:sp>
      <p:sp>
        <p:nvSpPr>
          <p:cNvPr id="51" name="Freeform 107">
            <a:extLst>
              <a:ext uri="{FF2B5EF4-FFF2-40B4-BE49-F238E27FC236}">
                <a16:creationId xmlns:a16="http://schemas.microsoft.com/office/drawing/2014/main" id="{F9558B7D-AA7B-F466-C1B6-364275904FF5}"/>
              </a:ext>
            </a:extLst>
          </p:cNvPr>
          <p:cNvSpPr/>
          <p:nvPr userDrawn="1"/>
        </p:nvSpPr>
        <p:spPr>
          <a:xfrm>
            <a:off x="504001" y="5898112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E2D8FF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000000"/>
                </a:solidFill>
                <a:latin typeface="72 Brand"/>
              </a:rPr>
              <a:t>Indigo 2</a:t>
            </a:r>
            <a:br>
              <a:rPr lang="en-US" sz="1200" dirty="0">
                <a:solidFill>
                  <a:srgbClr val="000000"/>
                </a:solidFill>
                <a:latin typeface="72 Brand"/>
              </a:rPr>
            </a:br>
            <a:r>
              <a:rPr lang="en-US" sz="1200" dirty="0">
                <a:solidFill>
                  <a:srgbClr val="000000"/>
                </a:solidFill>
                <a:latin typeface="72 Brand"/>
              </a:rPr>
              <a:t>#E2D8FF</a:t>
            </a:r>
          </a:p>
        </p:txBody>
      </p:sp>
      <p:sp>
        <p:nvSpPr>
          <p:cNvPr id="52" name="Freeform 112">
            <a:extLst>
              <a:ext uri="{FF2B5EF4-FFF2-40B4-BE49-F238E27FC236}">
                <a16:creationId xmlns:a16="http://schemas.microsoft.com/office/drawing/2014/main" id="{F58FB485-B376-0DC0-AC60-1825E34C0BFE}"/>
              </a:ext>
            </a:extLst>
          </p:cNvPr>
          <p:cNvSpPr/>
          <p:nvPr userDrawn="1"/>
        </p:nvSpPr>
        <p:spPr>
          <a:xfrm>
            <a:off x="2405161" y="5898112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B894FF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000000"/>
                </a:solidFill>
                <a:latin typeface="72 Brand"/>
              </a:rPr>
              <a:t>Indigo 4</a:t>
            </a:r>
            <a:br>
              <a:rPr lang="en-US" sz="1200" dirty="0">
                <a:solidFill>
                  <a:srgbClr val="000000"/>
                </a:solidFill>
                <a:latin typeface="72 Brand"/>
              </a:rPr>
            </a:br>
            <a:r>
              <a:rPr lang="en-US" sz="1200" dirty="0">
                <a:solidFill>
                  <a:srgbClr val="000000"/>
                </a:solidFill>
                <a:latin typeface="72 Brand"/>
              </a:rPr>
              <a:t>#B894FF</a:t>
            </a:r>
          </a:p>
        </p:txBody>
      </p:sp>
      <p:sp>
        <p:nvSpPr>
          <p:cNvPr id="53" name="Freeform 111">
            <a:extLst>
              <a:ext uri="{FF2B5EF4-FFF2-40B4-BE49-F238E27FC236}">
                <a16:creationId xmlns:a16="http://schemas.microsoft.com/office/drawing/2014/main" id="{E507AF13-4657-238A-2511-149A7719182F}"/>
              </a:ext>
            </a:extLst>
          </p:cNvPr>
          <p:cNvSpPr/>
          <p:nvPr userDrawn="1"/>
        </p:nvSpPr>
        <p:spPr>
          <a:xfrm>
            <a:off x="4306321" y="5898112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7858FF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FFFFFF"/>
                </a:solidFill>
                <a:latin typeface="72 Brand"/>
              </a:rPr>
              <a:t>Indigo 6</a:t>
            </a:r>
            <a:br>
              <a:rPr lang="en-US" sz="1200" dirty="0">
                <a:solidFill>
                  <a:srgbClr val="FFFFFF"/>
                </a:solidFill>
                <a:latin typeface="72 Brand"/>
              </a:rPr>
            </a:br>
            <a:r>
              <a:rPr lang="en-US" sz="1200" dirty="0">
                <a:solidFill>
                  <a:srgbClr val="FFFFFF"/>
                </a:solidFill>
                <a:latin typeface="72 Brand"/>
              </a:rPr>
              <a:t>#7858FF</a:t>
            </a:r>
          </a:p>
        </p:txBody>
      </p:sp>
      <p:sp>
        <p:nvSpPr>
          <p:cNvPr id="54" name="Freeform 110">
            <a:extLst>
              <a:ext uri="{FF2B5EF4-FFF2-40B4-BE49-F238E27FC236}">
                <a16:creationId xmlns:a16="http://schemas.microsoft.com/office/drawing/2014/main" id="{D856B3A7-2366-B45C-16D0-FE87105F81DD}"/>
              </a:ext>
            </a:extLst>
          </p:cNvPr>
          <p:cNvSpPr/>
          <p:nvPr userDrawn="1"/>
        </p:nvSpPr>
        <p:spPr>
          <a:xfrm>
            <a:off x="6227422" y="5898112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5D36FF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FFFFFF"/>
                </a:solidFill>
                <a:latin typeface="72 Brand"/>
              </a:rPr>
              <a:t>Indigo 7</a:t>
            </a:r>
            <a:br>
              <a:rPr lang="en-US" sz="1200" dirty="0">
                <a:solidFill>
                  <a:srgbClr val="FFFFFF"/>
                </a:solidFill>
                <a:latin typeface="72 Brand"/>
              </a:rPr>
            </a:br>
            <a:r>
              <a:rPr lang="en-US" sz="1200" dirty="0">
                <a:solidFill>
                  <a:srgbClr val="FFFFFF"/>
                </a:solidFill>
                <a:latin typeface="72 Brand"/>
              </a:rPr>
              <a:t>#5D36FF</a:t>
            </a:r>
          </a:p>
        </p:txBody>
      </p:sp>
      <p:sp>
        <p:nvSpPr>
          <p:cNvPr id="55" name="Freeform 109">
            <a:extLst>
              <a:ext uri="{FF2B5EF4-FFF2-40B4-BE49-F238E27FC236}">
                <a16:creationId xmlns:a16="http://schemas.microsoft.com/office/drawing/2014/main" id="{7799D5EF-EB56-B65F-BAE3-2C832902B6E1}"/>
              </a:ext>
            </a:extLst>
          </p:cNvPr>
          <p:cNvSpPr/>
          <p:nvPr userDrawn="1"/>
        </p:nvSpPr>
        <p:spPr>
          <a:xfrm>
            <a:off x="8129588" y="5897287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1C0C6E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FFFFFF"/>
                </a:solidFill>
                <a:latin typeface="72 Brand"/>
              </a:rPr>
              <a:t>Indigo 10</a:t>
            </a:r>
            <a:br>
              <a:rPr lang="en-US" sz="1200" dirty="0">
                <a:solidFill>
                  <a:srgbClr val="FFFFFF"/>
                </a:solidFill>
                <a:latin typeface="72 Brand"/>
              </a:rPr>
            </a:br>
            <a:r>
              <a:rPr lang="en-US" sz="1200" dirty="0">
                <a:solidFill>
                  <a:srgbClr val="FFFFFF"/>
                </a:solidFill>
                <a:latin typeface="72 Brand"/>
              </a:rPr>
              <a:t>#1C0C6E</a:t>
            </a:r>
          </a:p>
        </p:txBody>
      </p:sp>
      <p:sp>
        <p:nvSpPr>
          <p:cNvPr id="56" name="Freeform 108">
            <a:extLst>
              <a:ext uri="{FF2B5EF4-FFF2-40B4-BE49-F238E27FC236}">
                <a16:creationId xmlns:a16="http://schemas.microsoft.com/office/drawing/2014/main" id="{FEBFCC16-A965-7C12-80D6-5D77FCCE96ED}"/>
              </a:ext>
            </a:extLst>
          </p:cNvPr>
          <p:cNvSpPr/>
          <p:nvPr userDrawn="1"/>
        </p:nvSpPr>
        <p:spPr>
          <a:xfrm>
            <a:off x="10050689" y="5897287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0E0637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 dirty="0">
                <a:solidFill>
                  <a:srgbClr val="FFFFFF"/>
                </a:solidFill>
                <a:latin typeface="72 Brand"/>
              </a:rPr>
              <a:t>Indigo 11</a:t>
            </a:r>
            <a:br>
              <a:rPr lang="en-US" sz="1200" dirty="0">
                <a:solidFill>
                  <a:srgbClr val="FFFFFF"/>
                </a:solidFill>
                <a:latin typeface="72 Brand"/>
              </a:rPr>
            </a:br>
            <a:r>
              <a:rPr lang="en-US" sz="1200" dirty="0">
                <a:solidFill>
                  <a:srgbClr val="FFFFFF"/>
                </a:solidFill>
                <a:latin typeface="72 Brand"/>
              </a:rPr>
              <a:t>#0E0637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07FA32D-3AB1-18F1-69D9-16F835A2D5D6}"/>
              </a:ext>
            </a:extLst>
          </p:cNvPr>
          <p:cNvSpPr txBox="1"/>
          <p:nvPr userDrawn="1"/>
        </p:nvSpPr>
        <p:spPr>
          <a:xfrm>
            <a:off x="504001" y="309985"/>
            <a:ext cx="5560809" cy="1938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GB" sz="1400" dirty="0">
                <a:latin typeface="+mn-lt"/>
              </a:rPr>
              <a:t>Delete this slide after reading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80C01D-E3A8-4569-013D-D597865C884B}"/>
              </a:ext>
            </a:extLst>
          </p:cNvPr>
          <p:cNvSpPr txBox="1"/>
          <p:nvPr userDrawn="1"/>
        </p:nvSpPr>
        <p:spPr>
          <a:xfrm>
            <a:off x="505575" y="537299"/>
            <a:ext cx="10728000" cy="3323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>
              <a:lnSpc>
                <a:spcPct val="90000"/>
              </a:lnSpc>
            </a:pPr>
            <a:r>
              <a:rPr lang="en-GB" sz="2400" dirty="0">
                <a:latin typeface="72 Brand Medium" panose="020B0604030603020204" pitchFamily="34" charset="0"/>
              </a:rPr>
              <a:t>Tips &amp; tricks – your user guide – </a:t>
            </a:r>
            <a:r>
              <a:rPr lang="en-GB" sz="2400" dirty="0" err="1">
                <a:latin typeface="72 Brand Medium" panose="020B0604030603020204" pitchFamily="34" charset="0"/>
              </a:rPr>
              <a:t>color</a:t>
            </a:r>
            <a:r>
              <a:rPr lang="en-GB" sz="2400" dirty="0">
                <a:latin typeface="72 Brand Medium" panose="020B0604030603020204" pitchFamily="34" charset="0"/>
              </a:rPr>
              <a:t> palette</a:t>
            </a:r>
          </a:p>
        </p:txBody>
      </p:sp>
    </p:spTree>
    <p:extLst>
      <p:ext uri="{BB962C8B-B14F-4D97-AF65-F5344CB8AC3E}">
        <p14:creationId xmlns:p14="http://schemas.microsoft.com/office/powerpoint/2010/main" val="19223483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17">
          <p15:clr>
            <a:srgbClr val="FBAE40"/>
          </p15:clr>
        </p15:guide>
        <p15:guide id="4" orient="horz" pos="55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&gt;Copilot layouts &gt;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124504-36FD-4753-851D-5B7D02D4A2D1}"/>
              </a:ext>
            </a:extLst>
          </p:cNvPr>
          <p:cNvSpPr/>
          <p:nvPr userDrawn="1"/>
        </p:nvSpPr>
        <p:spPr bwMode="white">
          <a:xfrm>
            <a:off x="0" y="0"/>
            <a:ext cx="12195175" cy="6858000"/>
          </a:xfrm>
          <a:prstGeom prst="rect">
            <a:avLst/>
          </a:prstGeom>
          <a:solidFill>
            <a:srgbClr val="8E908C"/>
          </a:solidFill>
          <a:ln w="6350" cap="rnd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600"/>
              </a:spcBef>
              <a:buClr>
                <a:srgbClr val="003755"/>
              </a:buClr>
            </a:pPr>
            <a:endParaRPr lang="en-GB" sz="1400" dirty="0" err="1">
              <a:solidFill>
                <a:srgbClr val="A4A6A2"/>
              </a:solidFill>
            </a:endParaRPr>
          </a:p>
        </p:txBody>
      </p:sp>
      <p:sp>
        <p:nvSpPr>
          <p:cNvPr id="5" name="Do not use"/>
          <p:cNvSpPr txBox="1"/>
          <p:nvPr userDrawn="1"/>
        </p:nvSpPr>
        <p:spPr>
          <a:xfrm>
            <a:off x="430325" y="656823"/>
            <a:ext cx="11359935" cy="289310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ctr" fontAlgn="auto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3755"/>
              </a:buClr>
              <a:buSzTx/>
              <a:buFontTx/>
              <a:buNone/>
              <a:tabLst/>
            </a:pPr>
            <a:r>
              <a:rPr lang="en-GB" sz="4400" b="0" noProof="0" dirty="0">
                <a:solidFill>
                  <a:schemeClr val="bg1"/>
                </a:solidFill>
                <a:latin typeface="+mj-lt"/>
              </a:rPr>
              <a:t>The layouts following this </a:t>
            </a:r>
            <a:r>
              <a:rPr lang="en-GB" sz="4400" b="0" i="1" noProof="0" dirty="0">
                <a:solidFill>
                  <a:schemeClr val="bg1"/>
                </a:solidFill>
                <a:latin typeface="+mj-lt"/>
              </a:rPr>
              <a:t>are MS Copilot ones</a:t>
            </a:r>
            <a:r>
              <a:rPr lang="en-GB" sz="4400" b="0" i="0" noProof="0" dirty="0">
                <a:solidFill>
                  <a:schemeClr val="bg1"/>
                </a:solidFill>
                <a:latin typeface="+mj-lt"/>
              </a:rPr>
              <a:t> – please </a:t>
            </a:r>
            <a:r>
              <a:rPr lang="en-GB" sz="4400" b="0" noProof="0" dirty="0">
                <a:solidFill>
                  <a:schemeClr val="bg1"/>
                </a:solidFill>
                <a:latin typeface="+mn-lt"/>
              </a:rPr>
              <a:t>do not use them. </a:t>
            </a:r>
            <a:br>
              <a:rPr lang="en-GB" sz="4400" b="0" noProof="0" dirty="0">
                <a:solidFill>
                  <a:schemeClr val="bg1"/>
                </a:solidFill>
                <a:latin typeface="+mn-lt"/>
              </a:rPr>
            </a:br>
            <a:r>
              <a:rPr lang="en-GB" sz="4400" b="0" noProof="0" dirty="0">
                <a:solidFill>
                  <a:schemeClr val="bg1"/>
                </a:solidFill>
                <a:latin typeface="+mn-lt"/>
              </a:rPr>
              <a:t>These layouts </a:t>
            </a:r>
            <a:r>
              <a:rPr lang="en-GB" sz="4400" b="0" i="0" u="none" noProof="0" dirty="0">
                <a:solidFill>
                  <a:schemeClr val="bg1"/>
                </a:solidFill>
                <a:latin typeface="72 Brand" panose="020B0504030603020204" pitchFamily="34" charset="0"/>
              </a:rPr>
              <a:t>are</a:t>
            </a:r>
            <a:r>
              <a:rPr lang="en-GB" sz="4400" b="0" i="0" u="none" noProof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GB" sz="4400" b="0" i="1" u="sng" noProof="0" dirty="0">
                <a:solidFill>
                  <a:schemeClr val="bg1"/>
                </a:solidFill>
                <a:latin typeface="+mj-lt"/>
              </a:rPr>
              <a:t>not</a:t>
            </a:r>
            <a:r>
              <a:rPr lang="en-GB" sz="4400" b="0" i="0" u="none" noProof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GB" sz="4400" b="0" noProof="0" dirty="0">
                <a:solidFill>
                  <a:schemeClr val="bg1"/>
                </a:solidFill>
                <a:latin typeface="+mn-lt"/>
              </a:rPr>
              <a:t>for manual use</a:t>
            </a:r>
            <a:br>
              <a:rPr lang="en-GB" sz="2800" b="0" noProof="0" dirty="0">
                <a:solidFill>
                  <a:schemeClr val="bg1"/>
                </a:solidFill>
                <a:latin typeface="+mn-lt"/>
              </a:rPr>
            </a:br>
            <a:br>
              <a:rPr lang="en-GB" sz="2800" b="0" noProof="0" dirty="0">
                <a:solidFill>
                  <a:schemeClr val="bg1"/>
                </a:solidFill>
                <a:latin typeface="+mn-lt"/>
              </a:rPr>
            </a:br>
            <a:endParaRPr lang="en-GB" sz="2800" b="0" noProof="0" dirty="0">
              <a:solidFill>
                <a:schemeClr val="bg1"/>
              </a:solidFill>
              <a:latin typeface="+mn-lt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B5E5A-DA85-4D5B-80B9-F94482F55D76}"/>
              </a:ext>
            </a:extLst>
          </p:cNvPr>
          <p:cNvGrpSpPr/>
          <p:nvPr userDrawn="1"/>
        </p:nvGrpSpPr>
        <p:grpSpPr bwMode="black">
          <a:xfrm rot="8100000">
            <a:off x="10407584" y="3325226"/>
            <a:ext cx="1037058" cy="1036788"/>
            <a:chOff x="6096000" y="4963130"/>
            <a:chExt cx="1456719" cy="1456719"/>
          </a:xfrm>
          <a:solidFill>
            <a:schemeClr val="bg1"/>
          </a:solidFill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823227E-A862-4A7F-BC20-0D107430AB2C}"/>
                </a:ext>
              </a:extLst>
            </p:cNvPr>
            <p:cNvSpPr/>
            <p:nvPr userDrawn="1"/>
          </p:nvSpPr>
          <p:spPr bwMode="black">
            <a:xfrm rot="5400000">
              <a:off x="5534135" y="5524995"/>
              <a:ext cx="1456719" cy="332990"/>
            </a:xfrm>
            <a:prstGeom prst="rect">
              <a:avLst/>
            </a:prstGeom>
            <a:grpFill/>
            <a:ln w="6350" cap="rnd">
              <a:noFill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600"/>
                </a:spcBef>
                <a:buClr>
                  <a:srgbClr val="003755"/>
                </a:buClr>
              </a:pPr>
              <a:endParaRPr lang="en-GB" sz="1400" dirty="0" err="1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8501AE6-6504-4184-9443-E89AFACF769D}"/>
                </a:ext>
              </a:extLst>
            </p:cNvPr>
            <p:cNvSpPr/>
            <p:nvPr userDrawn="1"/>
          </p:nvSpPr>
          <p:spPr bwMode="black">
            <a:xfrm rot="10800000">
              <a:off x="6096000" y="4963130"/>
              <a:ext cx="1456719" cy="332990"/>
            </a:xfrm>
            <a:prstGeom prst="rect">
              <a:avLst/>
            </a:prstGeom>
            <a:grpFill/>
            <a:ln w="6350" cap="rnd">
              <a:noFill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600"/>
                </a:spcBef>
                <a:buClr>
                  <a:srgbClr val="003755"/>
                </a:buClr>
              </a:pPr>
              <a:endParaRPr lang="en-GB" sz="1400" dirty="0" err="1">
                <a:solidFill>
                  <a:schemeClr val="tx1"/>
                </a:solidFill>
              </a:endParaRPr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67CEE09B-6EE1-4BF2-85A3-DE69E91BC4C6}"/>
              </a:ext>
            </a:extLst>
          </p:cNvPr>
          <p:cNvSpPr/>
          <p:nvPr userDrawn="1"/>
        </p:nvSpPr>
        <p:spPr>
          <a:xfrm>
            <a:off x="430325" y="3029169"/>
            <a:ext cx="1015499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9600" b="0" i="1" noProof="0" dirty="0">
                <a:solidFill>
                  <a:schemeClr val="bg1"/>
                </a:solidFill>
                <a:latin typeface="+mj-lt"/>
              </a:rPr>
              <a:t>Copilot layouts</a:t>
            </a:r>
            <a:endParaRPr lang="en-GB" sz="1800" b="0" i="1" noProof="0" dirty="0">
              <a:latin typeface="+mj-lt"/>
            </a:endParaRPr>
          </a:p>
        </p:txBody>
      </p:sp>
      <p:sp>
        <p:nvSpPr>
          <p:cNvPr id="16" name="Do not use">
            <a:extLst>
              <a:ext uri="{FF2B5EF4-FFF2-40B4-BE49-F238E27FC236}">
                <a16:creationId xmlns:a16="http://schemas.microsoft.com/office/drawing/2014/main" id="{A8FA78FA-4D94-4717-B7C6-6F86378D6B01}"/>
              </a:ext>
            </a:extLst>
          </p:cNvPr>
          <p:cNvSpPr txBox="1"/>
          <p:nvPr userDrawn="1"/>
        </p:nvSpPr>
        <p:spPr>
          <a:xfrm>
            <a:off x="430326" y="5186455"/>
            <a:ext cx="11359932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ctr" fontAlgn="auto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3755"/>
              </a:buClr>
              <a:buSzTx/>
              <a:buFontTx/>
              <a:buNone/>
              <a:tabLst/>
            </a:pPr>
            <a:r>
              <a:rPr lang="en-GB" sz="2000" b="0" noProof="0" dirty="0">
                <a:solidFill>
                  <a:schemeClr val="bg1"/>
                </a:solidFill>
                <a:latin typeface="+mn-lt"/>
              </a:rPr>
              <a:t>Due to MS Copilot functionality these layouts are placed in your template to be used ONLY in the Generative AI process. </a:t>
            </a:r>
            <a:br>
              <a:rPr lang="en-GB" sz="2000" b="0" noProof="0" dirty="0">
                <a:solidFill>
                  <a:schemeClr val="bg1"/>
                </a:solidFill>
                <a:latin typeface="+mn-lt"/>
              </a:rPr>
            </a:br>
            <a:endParaRPr lang="en-GB" sz="2000" b="0" noProof="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3" name="Date Placeholder 6" hidden="1">
            <a:extLst>
              <a:ext uri="{FF2B5EF4-FFF2-40B4-BE49-F238E27FC236}">
                <a16:creationId xmlns:a16="http://schemas.microsoft.com/office/drawing/2014/main" id="{706505A8-87EA-4BA0-B698-35156BC765D0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90249" y="6537073"/>
            <a:ext cx="985275" cy="14186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914400" rtl="0" eaLnBrk="1" latinLnBrk="0" hangingPunct="1">
              <a:defRPr sz="700" kern="1200">
                <a:solidFill>
                  <a:schemeClr val="tx2"/>
                </a:solidFill>
                <a:latin typeface="72 Brand" panose="020B0504030603020204" pitchFamily="34" charset="0"/>
                <a:ea typeface="72 Brand" panose="020B0504030603020204" pitchFamily="34" charset="0"/>
                <a:cs typeface="Arial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BE5A79F-CEE8-4C11-A8A5-0D02CD0019B9}" type="datetime4">
              <a:rPr lang="en-US" smtClean="0"/>
              <a:pPr/>
              <a:t>December 18, 2025</a:t>
            </a:fld>
            <a:endParaRPr lang="en-GB" dirty="0"/>
          </a:p>
        </p:txBody>
      </p:sp>
      <p:sp>
        <p:nvSpPr>
          <p:cNvPr id="14" name="Footer Placeholder 8" hidden="1">
            <a:extLst>
              <a:ext uri="{FF2B5EF4-FFF2-40B4-BE49-F238E27FC236}">
                <a16:creationId xmlns:a16="http://schemas.microsoft.com/office/drawing/2014/main" id="{AB150C2C-2030-498B-8262-6BD5BCCBB34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584685" y="6537073"/>
            <a:ext cx="2948351" cy="14186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914400" rtl="0" eaLnBrk="1" latinLnBrk="0" hangingPunct="1">
              <a:defRPr sz="700" kern="1200">
                <a:solidFill>
                  <a:schemeClr val="tx2"/>
                </a:solidFill>
                <a:latin typeface="72 Brand" panose="020B0504030603020204" pitchFamily="34" charset="0"/>
                <a:ea typeface="72 Brand" panose="020B0504030603020204" pitchFamily="34" charset="0"/>
                <a:cs typeface="Arial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15" name="Slide Number Placeholder 10" hidden="1">
            <a:extLst>
              <a:ext uri="{FF2B5EF4-FFF2-40B4-BE49-F238E27FC236}">
                <a16:creationId xmlns:a16="http://schemas.microsoft.com/office/drawing/2014/main" id="{E81B246F-92C7-4EF8-ACD0-05F73C7095B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20341" y="6537073"/>
            <a:ext cx="265838" cy="14186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914400" rtl="0" eaLnBrk="1" latinLnBrk="0" hangingPunct="1">
              <a:defRPr sz="700" b="0" i="0" kern="1200">
                <a:solidFill>
                  <a:schemeClr val="tx2"/>
                </a:solidFill>
                <a:latin typeface="72 Brand" panose="020B0504030603020204" pitchFamily="34" charset="0"/>
                <a:ea typeface="72 Brand" panose="020B0504030603020204" pitchFamily="34" charset="0"/>
                <a:cs typeface="Arial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3AA811B-2EBD-4900-905E-5BE206449611}" type="slidenum">
              <a:rPr lang="en-US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027895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Phot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9DE307C8-D1C3-00E2-C5B0-2A7EBB9813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5175" cy="6861496"/>
          </a:xfrm>
          <a:prstGeom prst="rect">
            <a:avLst/>
          </a:prstGeom>
        </p:spPr>
      </p:pic>
      <p:pic>
        <p:nvPicPr>
          <p:cNvPr id="11" name="Image 1" descr="preencoded.png">
            <a:extLst>
              <a:ext uri="{FF2B5EF4-FFF2-40B4-BE49-F238E27FC236}">
                <a16:creationId xmlns:a16="http://schemas.microsoft.com/office/drawing/2014/main" id="{6C575B3E-49FD-8450-F2CB-84C6E7A1153D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752355" y="1230008"/>
            <a:ext cx="5613722" cy="2756252"/>
          </a:xfrm>
          <a:prstGeom prst="rect">
            <a:avLst/>
          </a:prstGeom>
        </p:spPr>
      </p:pic>
      <p:pic>
        <p:nvPicPr>
          <p:cNvPr id="28936725" name="Acquired Company Logo Placeholder" descr="{&quot;templafy&quot;:{&quot;id&quot;:&quot;e24a6e43-600a-4c6b-89de-bcf3787a4fa8&quot;}}" hidden="1"/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2575" y="2141327"/>
            <a:ext cx="4125924" cy="266010"/>
          </a:xfrm>
          <a:prstGeom prst="rect">
            <a:avLst/>
          </a:prstGeom>
        </p:spPr>
      </p:pic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FF6D8674-EA25-0C87-7F7A-4B6FFA7F1F1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875176" y="0"/>
            <a:ext cx="4320000" cy="6858000"/>
          </a:xfrm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insert picture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A222ABC1-A03E-5EDE-02E2-6F3794850C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4000" y="2206502"/>
            <a:ext cx="5465762" cy="997196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3600" b="0" i="0">
                <a:solidFill>
                  <a:schemeClr val="bg1"/>
                </a:solidFill>
                <a:latin typeface="+mj-lt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dirty="0"/>
              <a:t>Title goes here</a:t>
            </a:r>
            <a:br>
              <a:rPr lang="en-US" dirty="0"/>
            </a:br>
            <a:r>
              <a:rPr lang="en-US" dirty="0"/>
              <a:t>and here and here</a:t>
            </a:r>
            <a:endParaRPr lang="de-DE" sz="3600" kern="0" dirty="0" err="1">
              <a:ea typeface="72 Brand" pitchFamily="34" charset="-128"/>
              <a:cs typeface="72 Brand" pitchFamily="34" charset="-128"/>
            </a:endParaRPr>
          </a:p>
        </p:txBody>
      </p:sp>
      <p:pic>
        <p:nvPicPr>
          <p:cNvPr id="1523687256" name="LogoWhite-Dynamic" descr="{&quot;templafy&quot;:{&quot;id&quot;:&quot;84642bd2-48f5-4d72-bc1f-d1a734b41b7e&quot;}}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4000" y="504000"/>
            <a:ext cx="1706219" cy="3600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170C7C75-B8E8-8263-D763-8DE1A07D60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4000" y="4267200"/>
            <a:ext cx="5471873" cy="493713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441451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orient="horz" pos="1389">
          <p15:clr>
            <a:srgbClr val="FBAE40"/>
          </p15:clr>
        </p15:guide>
        <p15:guide id="3" orient="horz" pos="2688">
          <p15:clr>
            <a:srgbClr val="FBAE40"/>
          </p15:clr>
        </p15:guide>
        <p15:guide id="4" orient="horz" pos="2334">
          <p15:clr>
            <a:srgbClr val="FBAE40"/>
          </p15:clr>
        </p15:guide>
        <p15:guide id="5" orient="horz" pos="2999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rgbClr val="1B9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-form: Shape 4">
            <a:extLst>
              <a:ext uri="{FF2B5EF4-FFF2-40B4-BE49-F238E27FC236}">
                <a16:creationId xmlns:a16="http://schemas.microsoft.com/office/drawing/2014/main" id="{2CB99639-CA6D-C021-C2BB-8FB93A08B673}"/>
              </a:ext>
            </a:extLst>
          </p:cNvPr>
          <p:cNvSpPr/>
          <p:nvPr userDrawn="1"/>
        </p:nvSpPr>
        <p:spPr bwMode="gray">
          <a:xfrm>
            <a:off x="6923314" y="0"/>
            <a:ext cx="5271861" cy="6858000"/>
          </a:xfrm>
          <a:custGeom>
            <a:avLst/>
            <a:gdLst>
              <a:gd name="connsiteX0" fmla="*/ 4527845 w 5271861"/>
              <a:gd name="connsiteY0" fmla="*/ 6407328 h 6858000"/>
              <a:gd name="connsiteX1" fmla="*/ 4527845 w 5271861"/>
              <a:gd name="connsiteY1" fmla="*/ 6579564 h 6858000"/>
              <a:gd name="connsiteX2" fmla="*/ 4716336 w 5271861"/>
              <a:gd name="connsiteY2" fmla="*/ 6579564 h 6858000"/>
              <a:gd name="connsiteX3" fmla="*/ 4898746 w 5271861"/>
              <a:gd name="connsiteY3" fmla="*/ 6407328 h 6858000"/>
              <a:gd name="connsiteX4" fmla="*/ 3485857 w 5271861"/>
              <a:gd name="connsiteY4" fmla="*/ 6407328 h 6858000"/>
              <a:gd name="connsiteX5" fmla="*/ 3485857 w 5271861"/>
              <a:gd name="connsiteY5" fmla="*/ 6579564 h 6858000"/>
              <a:gd name="connsiteX6" fmla="*/ 3674348 w 5271861"/>
              <a:gd name="connsiteY6" fmla="*/ 6579564 h 6858000"/>
              <a:gd name="connsiteX7" fmla="*/ 3856758 w 5271861"/>
              <a:gd name="connsiteY7" fmla="*/ 6407328 h 6858000"/>
              <a:gd name="connsiteX8" fmla="*/ 2443870 w 5271861"/>
              <a:gd name="connsiteY8" fmla="*/ 6407328 h 6858000"/>
              <a:gd name="connsiteX9" fmla="*/ 2443870 w 5271861"/>
              <a:gd name="connsiteY9" fmla="*/ 6579564 h 6858000"/>
              <a:gd name="connsiteX10" fmla="*/ 2635134 w 5271861"/>
              <a:gd name="connsiteY10" fmla="*/ 6579564 h 6858000"/>
              <a:gd name="connsiteX11" fmla="*/ 2820227 w 5271861"/>
              <a:gd name="connsiteY11" fmla="*/ 6407328 h 6858000"/>
              <a:gd name="connsiteX12" fmla="*/ 1407336 w 5271861"/>
              <a:gd name="connsiteY12" fmla="*/ 6407328 h 6858000"/>
              <a:gd name="connsiteX13" fmla="*/ 1407336 w 5271861"/>
              <a:gd name="connsiteY13" fmla="*/ 6579564 h 6858000"/>
              <a:gd name="connsiteX14" fmla="*/ 1595827 w 5271861"/>
              <a:gd name="connsiteY14" fmla="*/ 6579564 h 6858000"/>
              <a:gd name="connsiteX15" fmla="*/ 1778237 w 5271861"/>
              <a:gd name="connsiteY15" fmla="*/ 6407328 h 6858000"/>
              <a:gd name="connsiteX16" fmla="*/ 365348 w 5271861"/>
              <a:gd name="connsiteY16" fmla="*/ 6407328 h 6858000"/>
              <a:gd name="connsiteX17" fmla="*/ 365348 w 5271861"/>
              <a:gd name="connsiteY17" fmla="*/ 6579564 h 6858000"/>
              <a:gd name="connsiteX18" fmla="*/ 553839 w 5271861"/>
              <a:gd name="connsiteY18" fmla="*/ 6579564 h 6858000"/>
              <a:gd name="connsiteX19" fmla="*/ 736249 w 5271861"/>
              <a:gd name="connsiteY19" fmla="*/ 6407328 h 6858000"/>
              <a:gd name="connsiteX20" fmla="*/ 4527845 w 5271861"/>
              <a:gd name="connsiteY20" fmla="*/ 5635335 h 6858000"/>
              <a:gd name="connsiteX21" fmla="*/ 4527845 w 5271861"/>
              <a:gd name="connsiteY21" fmla="*/ 5807571 h 6858000"/>
              <a:gd name="connsiteX22" fmla="*/ 4716336 w 5271861"/>
              <a:gd name="connsiteY22" fmla="*/ 5807571 h 6858000"/>
              <a:gd name="connsiteX23" fmla="*/ 4898746 w 5271861"/>
              <a:gd name="connsiteY23" fmla="*/ 5635335 h 6858000"/>
              <a:gd name="connsiteX24" fmla="*/ 3485857 w 5271861"/>
              <a:gd name="connsiteY24" fmla="*/ 5635335 h 6858000"/>
              <a:gd name="connsiteX25" fmla="*/ 3485857 w 5271861"/>
              <a:gd name="connsiteY25" fmla="*/ 5807571 h 6858000"/>
              <a:gd name="connsiteX26" fmla="*/ 3674348 w 5271861"/>
              <a:gd name="connsiteY26" fmla="*/ 5807571 h 6858000"/>
              <a:gd name="connsiteX27" fmla="*/ 3856758 w 5271861"/>
              <a:gd name="connsiteY27" fmla="*/ 5635335 h 6858000"/>
              <a:gd name="connsiteX28" fmla="*/ 2443870 w 5271861"/>
              <a:gd name="connsiteY28" fmla="*/ 5635335 h 6858000"/>
              <a:gd name="connsiteX29" fmla="*/ 2443870 w 5271861"/>
              <a:gd name="connsiteY29" fmla="*/ 5807571 h 6858000"/>
              <a:gd name="connsiteX30" fmla="*/ 2635134 w 5271861"/>
              <a:gd name="connsiteY30" fmla="*/ 5807571 h 6858000"/>
              <a:gd name="connsiteX31" fmla="*/ 2820227 w 5271861"/>
              <a:gd name="connsiteY31" fmla="*/ 5635335 h 6858000"/>
              <a:gd name="connsiteX32" fmla="*/ 1407336 w 5271861"/>
              <a:gd name="connsiteY32" fmla="*/ 5635335 h 6858000"/>
              <a:gd name="connsiteX33" fmla="*/ 1407336 w 5271861"/>
              <a:gd name="connsiteY33" fmla="*/ 5807571 h 6858000"/>
              <a:gd name="connsiteX34" fmla="*/ 1595827 w 5271861"/>
              <a:gd name="connsiteY34" fmla="*/ 5807571 h 6858000"/>
              <a:gd name="connsiteX35" fmla="*/ 1778237 w 5271861"/>
              <a:gd name="connsiteY35" fmla="*/ 5635335 h 6858000"/>
              <a:gd name="connsiteX36" fmla="*/ 365348 w 5271861"/>
              <a:gd name="connsiteY36" fmla="*/ 5635335 h 6858000"/>
              <a:gd name="connsiteX37" fmla="*/ 365348 w 5271861"/>
              <a:gd name="connsiteY37" fmla="*/ 5807571 h 6858000"/>
              <a:gd name="connsiteX38" fmla="*/ 553839 w 5271861"/>
              <a:gd name="connsiteY38" fmla="*/ 5807571 h 6858000"/>
              <a:gd name="connsiteX39" fmla="*/ 736249 w 5271861"/>
              <a:gd name="connsiteY39" fmla="*/ 5635335 h 6858000"/>
              <a:gd name="connsiteX40" fmla="*/ 4527845 w 5271861"/>
              <a:gd name="connsiteY40" fmla="*/ 4869722 h 6858000"/>
              <a:gd name="connsiteX41" fmla="*/ 4527845 w 5271861"/>
              <a:gd name="connsiteY41" fmla="*/ 5041958 h 6858000"/>
              <a:gd name="connsiteX42" fmla="*/ 4716336 w 5271861"/>
              <a:gd name="connsiteY42" fmla="*/ 5041958 h 6858000"/>
              <a:gd name="connsiteX43" fmla="*/ 4898746 w 5271861"/>
              <a:gd name="connsiteY43" fmla="*/ 4869722 h 6858000"/>
              <a:gd name="connsiteX44" fmla="*/ 3485857 w 5271861"/>
              <a:gd name="connsiteY44" fmla="*/ 4869722 h 6858000"/>
              <a:gd name="connsiteX45" fmla="*/ 3485857 w 5271861"/>
              <a:gd name="connsiteY45" fmla="*/ 5041958 h 6858000"/>
              <a:gd name="connsiteX46" fmla="*/ 3674348 w 5271861"/>
              <a:gd name="connsiteY46" fmla="*/ 5041958 h 6858000"/>
              <a:gd name="connsiteX47" fmla="*/ 3856758 w 5271861"/>
              <a:gd name="connsiteY47" fmla="*/ 4869722 h 6858000"/>
              <a:gd name="connsiteX48" fmla="*/ 2443870 w 5271861"/>
              <a:gd name="connsiteY48" fmla="*/ 4869722 h 6858000"/>
              <a:gd name="connsiteX49" fmla="*/ 2443870 w 5271861"/>
              <a:gd name="connsiteY49" fmla="*/ 5041958 h 6858000"/>
              <a:gd name="connsiteX50" fmla="*/ 2635134 w 5271861"/>
              <a:gd name="connsiteY50" fmla="*/ 5041958 h 6858000"/>
              <a:gd name="connsiteX51" fmla="*/ 2820227 w 5271861"/>
              <a:gd name="connsiteY51" fmla="*/ 4869722 h 6858000"/>
              <a:gd name="connsiteX52" fmla="*/ 1407336 w 5271861"/>
              <a:gd name="connsiteY52" fmla="*/ 4869722 h 6858000"/>
              <a:gd name="connsiteX53" fmla="*/ 1407336 w 5271861"/>
              <a:gd name="connsiteY53" fmla="*/ 5041958 h 6858000"/>
              <a:gd name="connsiteX54" fmla="*/ 1595827 w 5271861"/>
              <a:gd name="connsiteY54" fmla="*/ 5041958 h 6858000"/>
              <a:gd name="connsiteX55" fmla="*/ 1778237 w 5271861"/>
              <a:gd name="connsiteY55" fmla="*/ 4869722 h 6858000"/>
              <a:gd name="connsiteX56" fmla="*/ 365348 w 5271861"/>
              <a:gd name="connsiteY56" fmla="*/ 4869722 h 6858000"/>
              <a:gd name="connsiteX57" fmla="*/ 365348 w 5271861"/>
              <a:gd name="connsiteY57" fmla="*/ 5041958 h 6858000"/>
              <a:gd name="connsiteX58" fmla="*/ 553839 w 5271861"/>
              <a:gd name="connsiteY58" fmla="*/ 5041958 h 6858000"/>
              <a:gd name="connsiteX59" fmla="*/ 736249 w 5271861"/>
              <a:gd name="connsiteY59" fmla="*/ 4869722 h 6858000"/>
              <a:gd name="connsiteX60" fmla="*/ 4527845 w 5271861"/>
              <a:gd name="connsiteY60" fmla="*/ 4097728 h 6858000"/>
              <a:gd name="connsiteX61" fmla="*/ 4527845 w 5271861"/>
              <a:gd name="connsiteY61" fmla="*/ 4269964 h 6858000"/>
              <a:gd name="connsiteX62" fmla="*/ 4716336 w 5271861"/>
              <a:gd name="connsiteY62" fmla="*/ 4269964 h 6858000"/>
              <a:gd name="connsiteX63" fmla="*/ 4898746 w 5271861"/>
              <a:gd name="connsiteY63" fmla="*/ 4097728 h 6858000"/>
              <a:gd name="connsiteX64" fmla="*/ 3485857 w 5271861"/>
              <a:gd name="connsiteY64" fmla="*/ 4097728 h 6858000"/>
              <a:gd name="connsiteX65" fmla="*/ 3485857 w 5271861"/>
              <a:gd name="connsiteY65" fmla="*/ 4269964 h 6858000"/>
              <a:gd name="connsiteX66" fmla="*/ 3674348 w 5271861"/>
              <a:gd name="connsiteY66" fmla="*/ 4269964 h 6858000"/>
              <a:gd name="connsiteX67" fmla="*/ 3856758 w 5271861"/>
              <a:gd name="connsiteY67" fmla="*/ 4097728 h 6858000"/>
              <a:gd name="connsiteX68" fmla="*/ 2443870 w 5271861"/>
              <a:gd name="connsiteY68" fmla="*/ 4097728 h 6858000"/>
              <a:gd name="connsiteX69" fmla="*/ 2443870 w 5271861"/>
              <a:gd name="connsiteY69" fmla="*/ 4269964 h 6858000"/>
              <a:gd name="connsiteX70" fmla="*/ 2635134 w 5271861"/>
              <a:gd name="connsiteY70" fmla="*/ 4269964 h 6858000"/>
              <a:gd name="connsiteX71" fmla="*/ 2820227 w 5271861"/>
              <a:gd name="connsiteY71" fmla="*/ 4097728 h 6858000"/>
              <a:gd name="connsiteX72" fmla="*/ 1407336 w 5271861"/>
              <a:gd name="connsiteY72" fmla="*/ 4097728 h 6858000"/>
              <a:gd name="connsiteX73" fmla="*/ 1407336 w 5271861"/>
              <a:gd name="connsiteY73" fmla="*/ 4269964 h 6858000"/>
              <a:gd name="connsiteX74" fmla="*/ 1595827 w 5271861"/>
              <a:gd name="connsiteY74" fmla="*/ 4269964 h 6858000"/>
              <a:gd name="connsiteX75" fmla="*/ 1778237 w 5271861"/>
              <a:gd name="connsiteY75" fmla="*/ 4097728 h 6858000"/>
              <a:gd name="connsiteX76" fmla="*/ 365348 w 5271861"/>
              <a:gd name="connsiteY76" fmla="*/ 4097728 h 6858000"/>
              <a:gd name="connsiteX77" fmla="*/ 365348 w 5271861"/>
              <a:gd name="connsiteY77" fmla="*/ 4269964 h 6858000"/>
              <a:gd name="connsiteX78" fmla="*/ 553839 w 5271861"/>
              <a:gd name="connsiteY78" fmla="*/ 4269964 h 6858000"/>
              <a:gd name="connsiteX79" fmla="*/ 736249 w 5271861"/>
              <a:gd name="connsiteY79" fmla="*/ 4097728 h 6858000"/>
              <a:gd name="connsiteX80" fmla="*/ 4527847 w 5271861"/>
              <a:gd name="connsiteY80" fmla="*/ 3332115 h 6858000"/>
              <a:gd name="connsiteX81" fmla="*/ 4527847 w 5271861"/>
              <a:gd name="connsiteY81" fmla="*/ 3497972 h 6858000"/>
              <a:gd name="connsiteX82" fmla="*/ 4716338 w 5271861"/>
              <a:gd name="connsiteY82" fmla="*/ 3497972 h 6858000"/>
              <a:gd name="connsiteX83" fmla="*/ 4898750 w 5271861"/>
              <a:gd name="connsiteY83" fmla="*/ 3332115 h 6858000"/>
              <a:gd name="connsiteX84" fmla="*/ 3485859 w 5271861"/>
              <a:gd name="connsiteY84" fmla="*/ 3332115 h 6858000"/>
              <a:gd name="connsiteX85" fmla="*/ 3485859 w 5271861"/>
              <a:gd name="connsiteY85" fmla="*/ 3497972 h 6858000"/>
              <a:gd name="connsiteX86" fmla="*/ 3674350 w 5271861"/>
              <a:gd name="connsiteY86" fmla="*/ 3497972 h 6858000"/>
              <a:gd name="connsiteX87" fmla="*/ 3856762 w 5271861"/>
              <a:gd name="connsiteY87" fmla="*/ 3332115 h 6858000"/>
              <a:gd name="connsiteX88" fmla="*/ 2443871 w 5271861"/>
              <a:gd name="connsiteY88" fmla="*/ 3332115 h 6858000"/>
              <a:gd name="connsiteX89" fmla="*/ 2443871 w 5271861"/>
              <a:gd name="connsiteY89" fmla="*/ 3497972 h 6858000"/>
              <a:gd name="connsiteX90" fmla="*/ 2635134 w 5271861"/>
              <a:gd name="connsiteY90" fmla="*/ 3497972 h 6858000"/>
              <a:gd name="connsiteX91" fmla="*/ 2820228 w 5271861"/>
              <a:gd name="connsiteY91" fmla="*/ 3332115 h 6858000"/>
              <a:gd name="connsiteX92" fmla="*/ 1407338 w 5271861"/>
              <a:gd name="connsiteY92" fmla="*/ 3332115 h 6858000"/>
              <a:gd name="connsiteX93" fmla="*/ 1407338 w 5271861"/>
              <a:gd name="connsiteY93" fmla="*/ 3497972 h 6858000"/>
              <a:gd name="connsiteX94" fmla="*/ 1595829 w 5271861"/>
              <a:gd name="connsiteY94" fmla="*/ 3497972 h 6858000"/>
              <a:gd name="connsiteX95" fmla="*/ 1778241 w 5271861"/>
              <a:gd name="connsiteY95" fmla="*/ 3332115 h 6858000"/>
              <a:gd name="connsiteX96" fmla="*/ 365350 w 5271861"/>
              <a:gd name="connsiteY96" fmla="*/ 3332115 h 6858000"/>
              <a:gd name="connsiteX97" fmla="*/ 365350 w 5271861"/>
              <a:gd name="connsiteY97" fmla="*/ 3497972 h 6858000"/>
              <a:gd name="connsiteX98" fmla="*/ 553841 w 5271861"/>
              <a:gd name="connsiteY98" fmla="*/ 3497972 h 6858000"/>
              <a:gd name="connsiteX99" fmla="*/ 736253 w 5271861"/>
              <a:gd name="connsiteY99" fmla="*/ 3332115 h 6858000"/>
              <a:gd name="connsiteX100" fmla="*/ 4527845 w 5271861"/>
              <a:gd name="connsiteY100" fmla="*/ 2560122 h 6858000"/>
              <a:gd name="connsiteX101" fmla="*/ 4527845 w 5271861"/>
              <a:gd name="connsiteY101" fmla="*/ 2732358 h 6858000"/>
              <a:gd name="connsiteX102" fmla="*/ 4716336 w 5271861"/>
              <a:gd name="connsiteY102" fmla="*/ 2732358 h 6858000"/>
              <a:gd name="connsiteX103" fmla="*/ 4898746 w 5271861"/>
              <a:gd name="connsiteY103" fmla="*/ 2560122 h 6858000"/>
              <a:gd name="connsiteX104" fmla="*/ 3485857 w 5271861"/>
              <a:gd name="connsiteY104" fmla="*/ 2560122 h 6858000"/>
              <a:gd name="connsiteX105" fmla="*/ 3485857 w 5271861"/>
              <a:gd name="connsiteY105" fmla="*/ 2732358 h 6858000"/>
              <a:gd name="connsiteX106" fmla="*/ 3674348 w 5271861"/>
              <a:gd name="connsiteY106" fmla="*/ 2732358 h 6858000"/>
              <a:gd name="connsiteX107" fmla="*/ 3856758 w 5271861"/>
              <a:gd name="connsiteY107" fmla="*/ 2560122 h 6858000"/>
              <a:gd name="connsiteX108" fmla="*/ 2443870 w 5271861"/>
              <a:gd name="connsiteY108" fmla="*/ 2560122 h 6858000"/>
              <a:gd name="connsiteX109" fmla="*/ 2443870 w 5271861"/>
              <a:gd name="connsiteY109" fmla="*/ 2732358 h 6858000"/>
              <a:gd name="connsiteX110" fmla="*/ 2635134 w 5271861"/>
              <a:gd name="connsiteY110" fmla="*/ 2732358 h 6858000"/>
              <a:gd name="connsiteX111" fmla="*/ 2820227 w 5271861"/>
              <a:gd name="connsiteY111" fmla="*/ 2560122 h 6858000"/>
              <a:gd name="connsiteX112" fmla="*/ 1407336 w 5271861"/>
              <a:gd name="connsiteY112" fmla="*/ 2560122 h 6858000"/>
              <a:gd name="connsiteX113" fmla="*/ 1407336 w 5271861"/>
              <a:gd name="connsiteY113" fmla="*/ 2732358 h 6858000"/>
              <a:gd name="connsiteX114" fmla="*/ 1595827 w 5271861"/>
              <a:gd name="connsiteY114" fmla="*/ 2732358 h 6858000"/>
              <a:gd name="connsiteX115" fmla="*/ 1778237 w 5271861"/>
              <a:gd name="connsiteY115" fmla="*/ 2560122 h 6858000"/>
              <a:gd name="connsiteX116" fmla="*/ 365348 w 5271861"/>
              <a:gd name="connsiteY116" fmla="*/ 2560122 h 6858000"/>
              <a:gd name="connsiteX117" fmla="*/ 365348 w 5271861"/>
              <a:gd name="connsiteY117" fmla="*/ 2732357 h 6858000"/>
              <a:gd name="connsiteX118" fmla="*/ 553839 w 5271861"/>
              <a:gd name="connsiteY118" fmla="*/ 2732357 h 6858000"/>
              <a:gd name="connsiteX119" fmla="*/ 736249 w 5271861"/>
              <a:gd name="connsiteY119" fmla="*/ 2560122 h 6858000"/>
              <a:gd name="connsiteX120" fmla="*/ 4527845 w 5271861"/>
              <a:gd name="connsiteY120" fmla="*/ 1788129 h 6858000"/>
              <a:gd name="connsiteX121" fmla="*/ 4527845 w 5271861"/>
              <a:gd name="connsiteY121" fmla="*/ 1960365 h 6858000"/>
              <a:gd name="connsiteX122" fmla="*/ 4716336 w 5271861"/>
              <a:gd name="connsiteY122" fmla="*/ 1960365 h 6858000"/>
              <a:gd name="connsiteX123" fmla="*/ 4898746 w 5271861"/>
              <a:gd name="connsiteY123" fmla="*/ 1788129 h 6858000"/>
              <a:gd name="connsiteX124" fmla="*/ 3485857 w 5271861"/>
              <a:gd name="connsiteY124" fmla="*/ 1788129 h 6858000"/>
              <a:gd name="connsiteX125" fmla="*/ 3485857 w 5271861"/>
              <a:gd name="connsiteY125" fmla="*/ 1960365 h 6858000"/>
              <a:gd name="connsiteX126" fmla="*/ 3674348 w 5271861"/>
              <a:gd name="connsiteY126" fmla="*/ 1960365 h 6858000"/>
              <a:gd name="connsiteX127" fmla="*/ 3856758 w 5271861"/>
              <a:gd name="connsiteY127" fmla="*/ 1788129 h 6858000"/>
              <a:gd name="connsiteX128" fmla="*/ 2443870 w 5271861"/>
              <a:gd name="connsiteY128" fmla="*/ 1788129 h 6858000"/>
              <a:gd name="connsiteX129" fmla="*/ 2443870 w 5271861"/>
              <a:gd name="connsiteY129" fmla="*/ 1960365 h 6858000"/>
              <a:gd name="connsiteX130" fmla="*/ 2635134 w 5271861"/>
              <a:gd name="connsiteY130" fmla="*/ 1960365 h 6858000"/>
              <a:gd name="connsiteX131" fmla="*/ 2820227 w 5271861"/>
              <a:gd name="connsiteY131" fmla="*/ 1788129 h 6858000"/>
              <a:gd name="connsiteX132" fmla="*/ 1407336 w 5271861"/>
              <a:gd name="connsiteY132" fmla="*/ 1788129 h 6858000"/>
              <a:gd name="connsiteX133" fmla="*/ 1407336 w 5271861"/>
              <a:gd name="connsiteY133" fmla="*/ 1960365 h 6858000"/>
              <a:gd name="connsiteX134" fmla="*/ 1595827 w 5271861"/>
              <a:gd name="connsiteY134" fmla="*/ 1960365 h 6858000"/>
              <a:gd name="connsiteX135" fmla="*/ 1778237 w 5271861"/>
              <a:gd name="connsiteY135" fmla="*/ 1788129 h 6858000"/>
              <a:gd name="connsiteX136" fmla="*/ 365348 w 5271861"/>
              <a:gd name="connsiteY136" fmla="*/ 1788128 h 6858000"/>
              <a:gd name="connsiteX137" fmla="*/ 365348 w 5271861"/>
              <a:gd name="connsiteY137" fmla="*/ 1960364 h 6858000"/>
              <a:gd name="connsiteX138" fmla="*/ 553839 w 5271861"/>
              <a:gd name="connsiteY138" fmla="*/ 1960364 h 6858000"/>
              <a:gd name="connsiteX139" fmla="*/ 736249 w 5271861"/>
              <a:gd name="connsiteY139" fmla="*/ 1788128 h 6858000"/>
              <a:gd name="connsiteX140" fmla="*/ 4527845 w 5271861"/>
              <a:gd name="connsiteY140" fmla="*/ 1022516 h 6858000"/>
              <a:gd name="connsiteX141" fmla="*/ 4527845 w 5271861"/>
              <a:gd name="connsiteY141" fmla="*/ 1194753 h 6858000"/>
              <a:gd name="connsiteX142" fmla="*/ 4716336 w 5271861"/>
              <a:gd name="connsiteY142" fmla="*/ 1194753 h 6858000"/>
              <a:gd name="connsiteX143" fmla="*/ 4898746 w 5271861"/>
              <a:gd name="connsiteY143" fmla="*/ 1022516 h 6858000"/>
              <a:gd name="connsiteX144" fmla="*/ 3485857 w 5271861"/>
              <a:gd name="connsiteY144" fmla="*/ 1022516 h 6858000"/>
              <a:gd name="connsiteX145" fmla="*/ 3485857 w 5271861"/>
              <a:gd name="connsiteY145" fmla="*/ 1194753 h 6858000"/>
              <a:gd name="connsiteX146" fmla="*/ 3674348 w 5271861"/>
              <a:gd name="connsiteY146" fmla="*/ 1194753 h 6858000"/>
              <a:gd name="connsiteX147" fmla="*/ 3856758 w 5271861"/>
              <a:gd name="connsiteY147" fmla="*/ 1022516 h 6858000"/>
              <a:gd name="connsiteX148" fmla="*/ 2443870 w 5271861"/>
              <a:gd name="connsiteY148" fmla="*/ 1022516 h 6858000"/>
              <a:gd name="connsiteX149" fmla="*/ 2443870 w 5271861"/>
              <a:gd name="connsiteY149" fmla="*/ 1194753 h 6858000"/>
              <a:gd name="connsiteX150" fmla="*/ 2635134 w 5271861"/>
              <a:gd name="connsiteY150" fmla="*/ 1194753 h 6858000"/>
              <a:gd name="connsiteX151" fmla="*/ 2820227 w 5271861"/>
              <a:gd name="connsiteY151" fmla="*/ 1022516 h 6858000"/>
              <a:gd name="connsiteX152" fmla="*/ 1407336 w 5271861"/>
              <a:gd name="connsiteY152" fmla="*/ 1022516 h 6858000"/>
              <a:gd name="connsiteX153" fmla="*/ 1407336 w 5271861"/>
              <a:gd name="connsiteY153" fmla="*/ 1194753 h 6858000"/>
              <a:gd name="connsiteX154" fmla="*/ 1595827 w 5271861"/>
              <a:gd name="connsiteY154" fmla="*/ 1194753 h 6858000"/>
              <a:gd name="connsiteX155" fmla="*/ 1778237 w 5271861"/>
              <a:gd name="connsiteY155" fmla="*/ 1022516 h 6858000"/>
              <a:gd name="connsiteX156" fmla="*/ 365348 w 5271861"/>
              <a:gd name="connsiteY156" fmla="*/ 1022515 h 6858000"/>
              <a:gd name="connsiteX157" fmla="*/ 365348 w 5271861"/>
              <a:gd name="connsiteY157" fmla="*/ 1194751 h 6858000"/>
              <a:gd name="connsiteX158" fmla="*/ 553839 w 5271861"/>
              <a:gd name="connsiteY158" fmla="*/ 1194751 h 6858000"/>
              <a:gd name="connsiteX159" fmla="*/ 736249 w 5271861"/>
              <a:gd name="connsiteY159" fmla="*/ 1022515 h 6858000"/>
              <a:gd name="connsiteX160" fmla="*/ 4527845 w 5271861"/>
              <a:gd name="connsiteY160" fmla="*/ 250524 h 6858000"/>
              <a:gd name="connsiteX161" fmla="*/ 4527845 w 5271861"/>
              <a:gd name="connsiteY161" fmla="*/ 422759 h 6858000"/>
              <a:gd name="connsiteX162" fmla="*/ 4716336 w 5271861"/>
              <a:gd name="connsiteY162" fmla="*/ 422759 h 6858000"/>
              <a:gd name="connsiteX163" fmla="*/ 4898746 w 5271861"/>
              <a:gd name="connsiteY163" fmla="*/ 250524 h 6858000"/>
              <a:gd name="connsiteX164" fmla="*/ 3485857 w 5271861"/>
              <a:gd name="connsiteY164" fmla="*/ 250524 h 6858000"/>
              <a:gd name="connsiteX165" fmla="*/ 3485857 w 5271861"/>
              <a:gd name="connsiteY165" fmla="*/ 422759 h 6858000"/>
              <a:gd name="connsiteX166" fmla="*/ 3674348 w 5271861"/>
              <a:gd name="connsiteY166" fmla="*/ 422759 h 6858000"/>
              <a:gd name="connsiteX167" fmla="*/ 3856758 w 5271861"/>
              <a:gd name="connsiteY167" fmla="*/ 250524 h 6858000"/>
              <a:gd name="connsiteX168" fmla="*/ 2443870 w 5271861"/>
              <a:gd name="connsiteY168" fmla="*/ 250524 h 6858000"/>
              <a:gd name="connsiteX169" fmla="*/ 2443870 w 5271861"/>
              <a:gd name="connsiteY169" fmla="*/ 422759 h 6858000"/>
              <a:gd name="connsiteX170" fmla="*/ 2635134 w 5271861"/>
              <a:gd name="connsiteY170" fmla="*/ 422759 h 6858000"/>
              <a:gd name="connsiteX171" fmla="*/ 2820227 w 5271861"/>
              <a:gd name="connsiteY171" fmla="*/ 250524 h 6858000"/>
              <a:gd name="connsiteX172" fmla="*/ 1407336 w 5271861"/>
              <a:gd name="connsiteY172" fmla="*/ 250524 h 6858000"/>
              <a:gd name="connsiteX173" fmla="*/ 1407336 w 5271861"/>
              <a:gd name="connsiteY173" fmla="*/ 422759 h 6858000"/>
              <a:gd name="connsiteX174" fmla="*/ 1595827 w 5271861"/>
              <a:gd name="connsiteY174" fmla="*/ 422759 h 6858000"/>
              <a:gd name="connsiteX175" fmla="*/ 1778237 w 5271861"/>
              <a:gd name="connsiteY175" fmla="*/ 250524 h 6858000"/>
              <a:gd name="connsiteX176" fmla="*/ 365348 w 5271861"/>
              <a:gd name="connsiteY176" fmla="*/ 250522 h 6858000"/>
              <a:gd name="connsiteX177" fmla="*/ 365348 w 5271861"/>
              <a:gd name="connsiteY177" fmla="*/ 422758 h 6858000"/>
              <a:gd name="connsiteX178" fmla="*/ 553839 w 5271861"/>
              <a:gd name="connsiteY178" fmla="*/ 422758 h 6858000"/>
              <a:gd name="connsiteX179" fmla="*/ 736249 w 5271861"/>
              <a:gd name="connsiteY179" fmla="*/ 250522 h 6858000"/>
              <a:gd name="connsiteX180" fmla="*/ 0 w 5271861"/>
              <a:gd name="connsiteY180" fmla="*/ 0 h 6858000"/>
              <a:gd name="connsiteX181" fmla="*/ 4923065 w 5271861"/>
              <a:gd name="connsiteY181" fmla="*/ 0 h 6858000"/>
              <a:gd name="connsiteX182" fmla="*/ 5092917 w 5271861"/>
              <a:gd name="connsiteY182" fmla="*/ 0 h 6858000"/>
              <a:gd name="connsiteX183" fmla="*/ 5271861 w 5271861"/>
              <a:gd name="connsiteY183" fmla="*/ 0 h 6858000"/>
              <a:gd name="connsiteX184" fmla="*/ 5271861 w 5271861"/>
              <a:gd name="connsiteY184" fmla="*/ 6858000 h 6858000"/>
              <a:gd name="connsiteX185" fmla="*/ 5092917 w 5271861"/>
              <a:gd name="connsiteY185" fmla="*/ 6858000 h 6858000"/>
              <a:gd name="connsiteX186" fmla="*/ 4923065 w 5271861"/>
              <a:gd name="connsiteY186" fmla="*/ 6858000 h 6858000"/>
              <a:gd name="connsiteX187" fmla="*/ 0 w 5271861"/>
              <a:gd name="connsiteY18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5271861" h="6858000">
                <a:moveTo>
                  <a:pt x="4527845" y="6407328"/>
                </a:moveTo>
                <a:lnTo>
                  <a:pt x="4527845" y="6579564"/>
                </a:lnTo>
                <a:lnTo>
                  <a:pt x="4716336" y="6579564"/>
                </a:lnTo>
                <a:lnTo>
                  <a:pt x="4898746" y="6407328"/>
                </a:lnTo>
                <a:close/>
                <a:moveTo>
                  <a:pt x="3485857" y="6407328"/>
                </a:moveTo>
                <a:lnTo>
                  <a:pt x="3485857" y="6579564"/>
                </a:lnTo>
                <a:lnTo>
                  <a:pt x="3674348" y="6579564"/>
                </a:lnTo>
                <a:lnTo>
                  <a:pt x="3856758" y="6407328"/>
                </a:lnTo>
                <a:close/>
                <a:moveTo>
                  <a:pt x="2443870" y="6407328"/>
                </a:moveTo>
                <a:lnTo>
                  <a:pt x="2443870" y="6579564"/>
                </a:lnTo>
                <a:lnTo>
                  <a:pt x="2635134" y="6579564"/>
                </a:lnTo>
                <a:lnTo>
                  <a:pt x="2820227" y="6407328"/>
                </a:lnTo>
                <a:close/>
                <a:moveTo>
                  <a:pt x="1407336" y="6407328"/>
                </a:moveTo>
                <a:lnTo>
                  <a:pt x="1407336" y="6579564"/>
                </a:lnTo>
                <a:lnTo>
                  <a:pt x="1595827" y="6579564"/>
                </a:lnTo>
                <a:lnTo>
                  <a:pt x="1778237" y="6407328"/>
                </a:lnTo>
                <a:close/>
                <a:moveTo>
                  <a:pt x="365348" y="6407328"/>
                </a:moveTo>
                <a:lnTo>
                  <a:pt x="365348" y="6579564"/>
                </a:lnTo>
                <a:lnTo>
                  <a:pt x="553839" y="6579564"/>
                </a:lnTo>
                <a:lnTo>
                  <a:pt x="736249" y="6407328"/>
                </a:lnTo>
                <a:close/>
                <a:moveTo>
                  <a:pt x="4527845" y="5635335"/>
                </a:moveTo>
                <a:lnTo>
                  <a:pt x="4527845" y="5807571"/>
                </a:lnTo>
                <a:lnTo>
                  <a:pt x="4716336" y="5807571"/>
                </a:lnTo>
                <a:lnTo>
                  <a:pt x="4898746" y="5635335"/>
                </a:lnTo>
                <a:close/>
                <a:moveTo>
                  <a:pt x="3485857" y="5635335"/>
                </a:moveTo>
                <a:lnTo>
                  <a:pt x="3485857" y="5807571"/>
                </a:lnTo>
                <a:lnTo>
                  <a:pt x="3674348" y="5807571"/>
                </a:lnTo>
                <a:lnTo>
                  <a:pt x="3856758" y="5635335"/>
                </a:lnTo>
                <a:close/>
                <a:moveTo>
                  <a:pt x="2443870" y="5635335"/>
                </a:moveTo>
                <a:lnTo>
                  <a:pt x="2443870" y="5807571"/>
                </a:lnTo>
                <a:lnTo>
                  <a:pt x="2635134" y="5807571"/>
                </a:lnTo>
                <a:lnTo>
                  <a:pt x="2820227" y="5635335"/>
                </a:lnTo>
                <a:close/>
                <a:moveTo>
                  <a:pt x="1407336" y="5635335"/>
                </a:moveTo>
                <a:lnTo>
                  <a:pt x="1407336" y="5807571"/>
                </a:lnTo>
                <a:lnTo>
                  <a:pt x="1595827" y="5807571"/>
                </a:lnTo>
                <a:lnTo>
                  <a:pt x="1778237" y="5635335"/>
                </a:lnTo>
                <a:close/>
                <a:moveTo>
                  <a:pt x="365348" y="5635335"/>
                </a:moveTo>
                <a:lnTo>
                  <a:pt x="365348" y="5807571"/>
                </a:lnTo>
                <a:lnTo>
                  <a:pt x="553839" y="5807571"/>
                </a:lnTo>
                <a:lnTo>
                  <a:pt x="736249" y="5635335"/>
                </a:lnTo>
                <a:close/>
                <a:moveTo>
                  <a:pt x="4527845" y="4869722"/>
                </a:moveTo>
                <a:lnTo>
                  <a:pt x="4527845" y="5041958"/>
                </a:lnTo>
                <a:lnTo>
                  <a:pt x="4716336" y="5041958"/>
                </a:lnTo>
                <a:lnTo>
                  <a:pt x="4898746" y="4869722"/>
                </a:lnTo>
                <a:close/>
                <a:moveTo>
                  <a:pt x="3485857" y="4869722"/>
                </a:moveTo>
                <a:lnTo>
                  <a:pt x="3485857" y="5041958"/>
                </a:lnTo>
                <a:lnTo>
                  <a:pt x="3674348" y="5041958"/>
                </a:lnTo>
                <a:lnTo>
                  <a:pt x="3856758" y="4869722"/>
                </a:lnTo>
                <a:close/>
                <a:moveTo>
                  <a:pt x="2443870" y="4869722"/>
                </a:moveTo>
                <a:lnTo>
                  <a:pt x="2443870" y="5041958"/>
                </a:lnTo>
                <a:lnTo>
                  <a:pt x="2635134" y="5041958"/>
                </a:lnTo>
                <a:lnTo>
                  <a:pt x="2820227" y="4869722"/>
                </a:lnTo>
                <a:close/>
                <a:moveTo>
                  <a:pt x="1407336" y="4869722"/>
                </a:moveTo>
                <a:lnTo>
                  <a:pt x="1407336" y="5041958"/>
                </a:lnTo>
                <a:lnTo>
                  <a:pt x="1595827" y="5041958"/>
                </a:lnTo>
                <a:lnTo>
                  <a:pt x="1778237" y="4869722"/>
                </a:lnTo>
                <a:close/>
                <a:moveTo>
                  <a:pt x="365348" y="4869722"/>
                </a:moveTo>
                <a:lnTo>
                  <a:pt x="365348" y="5041958"/>
                </a:lnTo>
                <a:lnTo>
                  <a:pt x="553839" y="5041958"/>
                </a:lnTo>
                <a:lnTo>
                  <a:pt x="736249" y="4869722"/>
                </a:lnTo>
                <a:close/>
                <a:moveTo>
                  <a:pt x="4527845" y="4097728"/>
                </a:moveTo>
                <a:lnTo>
                  <a:pt x="4527845" y="4269964"/>
                </a:lnTo>
                <a:lnTo>
                  <a:pt x="4716336" y="4269964"/>
                </a:lnTo>
                <a:lnTo>
                  <a:pt x="4898746" y="4097728"/>
                </a:lnTo>
                <a:close/>
                <a:moveTo>
                  <a:pt x="3485857" y="4097728"/>
                </a:moveTo>
                <a:lnTo>
                  <a:pt x="3485857" y="4269964"/>
                </a:lnTo>
                <a:lnTo>
                  <a:pt x="3674348" y="4269964"/>
                </a:lnTo>
                <a:lnTo>
                  <a:pt x="3856758" y="4097728"/>
                </a:lnTo>
                <a:close/>
                <a:moveTo>
                  <a:pt x="2443870" y="4097728"/>
                </a:moveTo>
                <a:lnTo>
                  <a:pt x="2443870" y="4269964"/>
                </a:lnTo>
                <a:lnTo>
                  <a:pt x="2635134" y="4269964"/>
                </a:lnTo>
                <a:lnTo>
                  <a:pt x="2820227" y="4097728"/>
                </a:lnTo>
                <a:close/>
                <a:moveTo>
                  <a:pt x="1407336" y="4097728"/>
                </a:moveTo>
                <a:lnTo>
                  <a:pt x="1407336" y="4269964"/>
                </a:lnTo>
                <a:lnTo>
                  <a:pt x="1595827" y="4269964"/>
                </a:lnTo>
                <a:lnTo>
                  <a:pt x="1778237" y="4097728"/>
                </a:lnTo>
                <a:close/>
                <a:moveTo>
                  <a:pt x="365348" y="4097728"/>
                </a:moveTo>
                <a:lnTo>
                  <a:pt x="365348" y="4269964"/>
                </a:lnTo>
                <a:lnTo>
                  <a:pt x="553839" y="4269964"/>
                </a:lnTo>
                <a:lnTo>
                  <a:pt x="736249" y="4097728"/>
                </a:lnTo>
                <a:close/>
                <a:moveTo>
                  <a:pt x="4527847" y="3332115"/>
                </a:moveTo>
                <a:lnTo>
                  <a:pt x="4527847" y="3497972"/>
                </a:lnTo>
                <a:lnTo>
                  <a:pt x="4716338" y="3497972"/>
                </a:lnTo>
                <a:lnTo>
                  <a:pt x="4898750" y="3332115"/>
                </a:lnTo>
                <a:close/>
                <a:moveTo>
                  <a:pt x="3485859" y="3332115"/>
                </a:moveTo>
                <a:lnTo>
                  <a:pt x="3485859" y="3497972"/>
                </a:lnTo>
                <a:lnTo>
                  <a:pt x="3674350" y="3497972"/>
                </a:lnTo>
                <a:lnTo>
                  <a:pt x="3856762" y="3332115"/>
                </a:lnTo>
                <a:close/>
                <a:moveTo>
                  <a:pt x="2443871" y="3332115"/>
                </a:moveTo>
                <a:lnTo>
                  <a:pt x="2443871" y="3497972"/>
                </a:lnTo>
                <a:lnTo>
                  <a:pt x="2635134" y="3497972"/>
                </a:lnTo>
                <a:lnTo>
                  <a:pt x="2820228" y="3332115"/>
                </a:lnTo>
                <a:close/>
                <a:moveTo>
                  <a:pt x="1407338" y="3332115"/>
                </a:moveTo>
                <a:lnTo>
                  <a:pt x="1407338" y="3497972"/>
                </a:lnTo>
                <a:lnTo>
                  <a:pt x="1595829" y="3497972"/>
                </a:lnTo>
                <a:lnTo>
                  <a:pt x="1778241" y="3332115"/>
                </a:lnTo>
                <a:close/>
                <a:moveTo>
                  <a:pt x="365350" y="3332115"/>
                </a:moveTo>
                <a:lnTo>
                  <a:pt x="365350" y="3497972"/>
                </a:lnTo>
                <a:lnTo>
                  <a:pt x="553841" y="3497972"/>
                </a:lnTo>
                <a:lnTo>
                  <a:pt x="736253" y="3332115"/>
                </a:lnTo>
                <a:close/>
                <a:moveTo>
                  <a:pt x="4527845" y="2560122"/>
                </a:moveTo>
                <a:lnTo>
                  <a:pt x="4527845" y="2732358"/>
                </a:lnTo>
                <a:lnTo>
                  <a:pt x="4716336" y="2732358"/>
                </a:lnTo>
                <a:lnTo>
                  <a:pt x="4898746" y="2560122"/>
                </a:lnTo>
                <a:close/>
                <a:moveTo>
                  <a:pt x="3485857" y="2560122"/>
                </a:moveTo>
                <a:lnTo>
                  <a:pt x="3485857" y="2732358"/>
                </a:lnTo>
                <a:lnTo>
                  <a:pt x="3674348" y="2732358"/>
                </a:lnTo>
                <a:lnTo>
                  <a:pt x="3856758" y="2560122"/>
                </a:lnTo>
                <a:close/>
                <a:moveTo>
                  <a:pt x="2443870" y="2560122"/>
                </a:moveTo>
                <a:lnTo>
                  <a:pt x="2443870" y="2732358"/>
                </a:lnTo>
                <a:lnTo>
                  <a:pt x="2635134" y="2732358"/>
                </a:lnTo>
                <a:lnTo>
                  <a:pt x="2820227" y="2560122"/>
                </a:lnTo>
                <a:close/>
                <a:moveTo>
                  <a:pt x="1407336" y="2560122"/>
                </a:moveTo>
                <a:lnTo>
                  <a:pt x="1407336" y="2732358"/>
                </a:lnTo>
                <a:lnTo>
                  <a:pt x="1595827" y="2732358"/>
                </a:lnTo>
                <a:lnTo>
                  <a:pt x="1778237" y="2560122"/>
                </a:lnTo>
                <a:close/>
                <a:moveTo>
                  <a:pt x="365348" y="2560122"/>
                </a:moveTo>
                <a:lnTo>
                  <a:pt x="365348" y="2732357"/>
                </a:lnTo>
                <a:lnTo>
                  <a:pt x="553839" y="2732357"/>
                </a:lnTo>
                <a:lnTo>
                  <a:pt x="736249" y="2560122"/>
                </a:lnTo>
                <a:close/>
                <a:moveTo>
                  <a:pt x="4527845" y="1788129"/>
                </a:moveTo>
                <a:lnTo>
                  <a:pt x="4527845" y="1960365"/>
                </a:lnTo>
                <a:lnTo>
                  <a:pt x="4716336" y="1960365"/>
                </a:lnTo>
                <a:lnTo>
                  <a:pt x="4898746" y="1788129"/>
                </a:lnTo>
                <a:close/>
                <a:moveTo>
                  <a:pt x="3485857" y="1788129"/>
                </a:moveTo>
                <a:lnTo>
                  <a:pt x="3485857" y="1960365"/>
                </a:lnTo>
                <a:lnTo>
                  <a:pt x="3674348" y="1960365"/>
                </a:lnTo>
                <a:lnTo>
                  <a:pt x="3856758" y="1788129"/>
                </a:lnTo>
                <a:close/>
                <a:moveTo>
                  <a:pt x="2443870" y="1788129"/>
                </a:moveTo>
                <a:lnTo>
                  <a:pt x="2443870" y="1960365"/>
                </a:lnTo>
                <a:lnTo>
                  <a:pt x="2635134" y="1960365"/>
                </a:lnTo>
                <a:lnTo>
                  <a:pt x="2820227" y="1788129"/>
                </a:lnTo>
                <a:close/>
                <a:moveTo>
                  <a:pt x="1407336" y="1788129"/>
                </a:moveTo>
                <a:lnTo>
                  <a:pt x="1407336" y="1960365"/>
                </a:lnTo>
                <a:lnTo>
                  <a:pt x="1595827" y="1960365"/>
                </a:lnTo>
                <a:lnTo>
                  <a:pt x="1778237" y="1788129"/>
                </a:lnTo>
                <a:close/>
                <a:moveTo>
                  <a:pt x="365348" y="1788128"/>
                </a:moveTo>
                <a:lnTo>
                  <a:pt x="365348" y="1960364"/>
                </a:lnTo>
                <a:lnTo>
                  <a:pt x="553839" y="1960364"/>
                </a:lnTo>
                <a:lnTo>
                  <a:pt x="736249" y="1788128"/>
                </a:lnTo>
                <a:close/>
                <a:moveTo>
                  <a:pt x="4527845" y="1022516"/>
                </a:moveTo>
                <a:lnTo>
                  <a:pt x="4527845" y="1194753"/>
                </a:lnTo>
                <a:lnTo>
                  <a:pt x="4716336" y="1194753"/>
                </a:lnTo>
                <a:lnTo>
                  <a:pt x="4898746" y="1022516"/>
                </a:lnTo>
                <a:close/>
                <a:moveTo>
                  <a:pt x="3485857" y="1022516"/>
                </a:moveTo>
                <a:lnTo>
                  <a:pt x="3485857" y="1194753"/>
                </a:lnTo>
                <a:lnTo>
                  <a:pt x="3674348" y="1194753"/>
                </a:lnTo>
                <a:lnTo>
                  <a:pt x="3856758" y="1022516"/>
                </a:lnTo>
                <a:close/>
                <a:moveTo>
                  <a:pt x="2443870" y="1022516"/>
                </a:moveTo>
                <a:lnTo>
                  <a:pt x="2443870" y="1194753"/>
                </a:lnTo>
                <a:lnTo>
                  <a:pt x="2635134" y="1194753"/>
                </a:lnTo>
                <a:lnTo>
                  <a:pt x="2820227" y="1022516"/>
                </a:lnTo>
                <a:close/>
                <a:moveTo>
                  <a:pt x="1407336" y="1022516"/>
                </a:moveTo>
                <a:lnTo>
                  <a:pt x="1407336" y="1194753"/>
                </a:lnTo>
                <a:lnTo>
                  <a:pt x="1595827" y="1194753"/>
                </a:lnTo>
                <a:lnTo>
                  <a:pt x="1778237" y="1022516"/>
                </a:lnTo>
                <a:close/>
                <a:moveTo>
                  <a:pt x="365348" y="1022515"/>
                </a:moveTo>
                <a:lnTo>
                  <a:pt x="365348" y="1194751"/>
                </a:lnTo>
                <a:lnTo>
                  <a:pt x="553839" y="1194751"/>
                </a:lnTo>
                <a:lnTo>
                  <a:pt x="736249" y="1022515"/>
                </a:lnTo>
                <a:close/>
                <a:moveTo>
                  <a:pt x="4527845" y="250524"/>
                </a:moveTo>
                <a:lnTo>
                  <a:pt x="4527845" y="422759"/>
                </a:lnTo>
                <a:lnTo>
                  <a:pt x="4716336" y="422759"/>
                </a:lnTo>
                <a:lnTo>
                  <a:pt x="4898746" y="250524"/>
                </a:lnTo>
                <a:close/>
                <a:moveTo>
                  <a:pt x="3485857" y="250524"/>
                </a:moveTo>
                <a:lnTo>
                  <a:pt x="3485857" y="422759"/>
                </a:lnTo>
                <a:lnTo>
                  <a:pt x="3674348" y="422759"/>
                </a:lnTo>
                <a:lnTo>
                  <a:pt x="3856758" y="250524"/>
                </a:lnTo>
                <a:close/>
                <a:moveTo>
                  <a:pt x="2443870" y="250524"/>
                </a:moveTo>
                <a:lnTo>
                  <a:pt x="2443870" y="422759"/>
                </a:lnTo>
                <a:lnTo>
                  <a:pt x="2635134" y="422759"/>
                </a:lnTo>
                <a:lnTo>
                  <a:pt x="2820227" y="250524"/>
                </a:lnTo>
                <a:close/>
                <a:moveTo>
                  <a:pt x="1407336" y="250524"/>
                </a:moveTo>
                <a:lnTo>
                  <a:pt x="1407336" y="422759"/>
                </a:lnTo>
                <a:lnTo>
                  <a:pt x="1595827" y="422759"/>
                </a:lnTo>
                <a:lnTo>
                  <a:pt x="1778237" y="250524"/>
                </a:lnTo>
                <a:close/>
                <a:moveTo>
                  <a:pt x="365348" y="250522"/>
                </a:moveTo>
                <a:lnTo>
                  <a:pt x="365348" y="422758"/>
                </a:lnTo>
                <a:lnTo>
                  <a:pt x="553839" y="422758"/>
                </a:lnTo>
                <a:lnTo>
                  <a:pt x="736249" y="250522"/>
                </a:lnTo>
                <a:close/>
                <a:moveTo>
                  <a:pt x="0" y="0"/>
                </a:moveTo>
                <a:lnTo>
                  <a:pt x="4923065" y="0"/>
                </a:lnTo>
                <a:lnTo>
                  <a:pt x="5092917" y="0"/>
                </a:lnTo>
                <a:lnTo>
                  <a:pt x="5271861" y="0"/>
                </a:lnTo>
                <a:lnTo>
                  <a:pt x="5271861" y="6858000"/>
                </a:lnTo>
                <a:lnTo>
                  <a:pt x="5092917" y="6858000"/>
                </a:lnTo>
                <a:lnTo>
                  <a:pt x="4923065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9D1FF"/>
          </a:solidFill>
          <a:ln w="28575" algn="ctr">
            <a:noFill/>
            <a:miter lim="800000"/>
            <a:headEnd/>
            <a:tailEnd/>
          </a:ln>
        </p:spPr>
        <p:txBody>
          <a:bodyPr wrap="square" lIns="90000" tIns="72000" rIns="90000" bIns="72000" rtlCol="0" anchor="ctr">
            <a:noAutofit/>
          </a:bodyPr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DE" sz="1400" b="0" i="0" u="none" strike="noStrike" kern="0" cap="none" spc="0" normalizeH="0" baseline="0" noProof="0" dirty="0" err="1">
              <a:ln>
                <a:noFill/>
              </a:ln>
              <a:effectLst/>
              <a:uLnTx/>
              <a:uFillTx/>
              <a:latin typeface="+mn-lt"/>
              <a:ea typeface="72 Brand" pitchFamily="34" charset="-128"/>
              <a:cs typeface="72 Brand" pitchFamily="34" charset="-128"/>
            </a:endParaRPr>
          </a:p>
        </p:txBody>
      </p:sp>
      <p:pic>
        <p:nvPicPr>
          <p:cNvPr id="937804441" name="LogoWhite-Dynamic" descr="{&quot;templafy&quot;:{&quot;id&quot;:&quot;e9cb72f5-ef6d-47d2-a042-921016e83660&quot;}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00" y="504000"/>
            <a:ext cx="1706219" cy="360000"/>
          </a:xfrm>
          <a:prstGeom prst="rect">
            <a:avLst/>
          </a:prstGeom>
        </p:spPr>
      </p:pic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504000" y="2706317"/>
            <a:ext cx="6418067" cy="997196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3600" b="0" i="0">
                <a:solidFill>
                  <a:schemeClr val="bg1"/>
                </a:solidFill>
                <a:latin typeface="72 Brand Medium" panose="020B0504030603020204" pitchFamily="34" charset="0"/>
                <a:cs typeface="Arial" panose="020B0604020202020204" pitchFamily="34" charset="0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dirty="0"/>
              <a:t>Title goes here</a:t>
            </a:r>
            <a:br>
              <a:rPr lang="en-US" dirty="0"/>
            </a:br>
            <a:r>
              <a:rPr lang="en-US" dirty="0"/>
              <a:t>and here and here</a:t>
            </a:r>
            <a:endParaRPr lang="de-DE" sz="3600" kern="0" dirty="0" err="1"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3F8C5CA6-1B07-0B13-95CA-1433F380A5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4000" y="4267200"/>
            <a:ext cx="5503449" cy="493713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8199420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701">
          <p15:clr>
            <a:srgbClr val="FBAE40"/>
          </p15:clr>
        </p15:guide>
        <p15:guide id="3" orient="horz" pos="2688">
          <p15:clr>
            <a:srgbClr val="FBAE40"/>
          </p15:clr>
        </p15:guide>
        <p15:guide id="4" orient="horz" pos="2341">
          <p15:clr>
            <a:srgbClr val="FBAE40"/>
          </p15:clr>
        </p15:guide>
        <p15:guide id="5" orient="horz" pos="2999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4000" y="504000"/>
            <a:ext cx="11186476" cy="369332"/>
          </a:xfrm>
        </p:spPr>
        <p:txBody>
          <a:bodyPr/>
          <a:lstStyle>
            <a:lvl1pPr>
              <a:defRPr b="0"/>
            </a:lvl1pPr>
          </a:lstStyle>
          <a:p>
            <a:r>
              <a:rPr lang="en-US" noProof="0" dirty="0"/>
              <a:t>Insert page title (sentence case)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FA2F6B6-06DC-4EF7-2D70-B673B7F346C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03238" y="1543050"/>
            <a:ext cx="11187112" cy="48117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30026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318">
          <p15:clr>
            <a:srgbClr val="FBAE40"/>
          </p15:clr>
        </p15:guide>
        <p15:guide id="5" orient="horz" pos="552">
          <p15:clr>
            <a:srgbClr val="FBAE40"/>
          </p15:clr>
        </p15:guide>
        <p15:guide id="6" orient="horz" pos="972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11186476" cy="369332"/>
          </a:xfrm>
        </p:spPr>
        <p:txBody>
          <a:bodyPr/>
          <a:lstStyle/>
          <a:p>
            <a:r>
              <a:rPr lang="en-US" noProof="0" dirty="0"/>
              <a:t>Insert page title (sentence case)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C0164F-A425-DAFF-4F8D-CCD2435E155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03239" y="1543050"/>
            <a:ext cx="5467350" cy="48117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3021143-2BA7-B3E8-AD6C-9FD4302A49E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23000" y="1543050"/>
            <a:ext cx="5467350" cy="48117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22391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orient="horz" pos="317">
          <p15:clr>
            <a:srgbClr val="FBAE40"/>
          </p15:clr>
        </p15:guide>
        <p15:guide id="7" orient="horz" pos="551">
          <p15:clr>
            <a:srgbClr val="FBAE40"/>
          </p15:clr>
        </p15:guide>
        <p15:guide id="8" orient="horz" pos="972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/3 right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8127175" y="0"/>
            <a:ext cx="4068000" cy="6858000"/>
          </a:xfrm>
          <a:noFill/>
        </p:spPr>
        <p:txBody>
          <a:bodyPr vert="horz" lIns="0" tIns="2448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 dirty="0"/>
              <a:t>Click icon to add image</a:t>
            </a:r>
            <a:endParaRPr lang="de-DE" dirty="0"/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4000" y="504000"/>
            <a:ext cx="7371589" cy="369332"/>
          </a:xfrm>
        </p:spPr>
        <p:txBody>
          <a:bodyPr/>
          <a:lstStyle/>
          <a:p>
            <a:r>
              <a:rPr lang="en-US" noProof="0" dirty="0"/>
              <a:t>Insert page title (sentence case)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E487FD-3B81-5414-D8EE-7961A987577D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03238" y="1543050"/>
            <a:ext cx="7372350" cy="48117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1663991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111">
          <p15:clr>
            <a:srgbClr val="FBAE40"/>
          </p15:clr>
        </p15:guide>
        <p15:guide id="5" orient="horz" pos="317">
          <p15:clr>
            <a:srgbClr val="FBAE40"/>
          </p15:clr>
        </p15:guide>
        <p15:guide id="6" orient="horz" pos="551">
          <p15:clr>
            <a:srgbClr val="FBAE40"/>
          </p15:clr>
        </p15:guide>
        <p15:guide id="7" orient="horz" pos="972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221413" y="1557338"/>
            <a:ext cx="5469064" cy="4795837"/>
          </a:xfrm>
          <a:noFill/>
        </p:spPr>
        <p:txBody>
          <a:bodyPr vert="horz" lIns="0" tIns="1512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 dirty="0"/>
              <a:t>Click icon to add screenshot</a:t>
            </a:r>
            <a:endParaRPr lang="de-DE" dirty="0"/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11186476" cy="369332"/>
          </a:xfrm>
        </p:spPr>
        <p:txBody>
          <a:bodyPr/>
          <a:lstStyle/>
          <a:p>
            <a:r>
              <a:rPr lang="en-US" noProof="0" dirty="0"/>
              <a:t>Insert page title (sentence case)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772F2B-0434-6AC5-5E2E-E10ABDD1A74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3237" y="1543050"/>
            <a:ext cx="5464175" cy="4810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257200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972">
          <p15:clr>
            <a:srgbClr val="FBAE40"/>
          </p15:clr>
        </p15:guide>
        <p15:guide id="6" orient="horz" pos="317">
          <p15:clr>
            <a:srgbClr val="FBAE40"/>
          </p15:clr>
        </p15:guide>
        <p15:guide id="7" orient="horz" pos="551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&gt;DO NOT USE&gt;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124504-36FD-4753-851D-5B7D02D4A2D1}"/>
              </a:ext>
            </a:extLst>
          </p:cNvPr>
          <p:cNvSpPr/>
          <p:nvPr userDrawn="1"/>
        </p:nvSpPr>
        <p:spPr bwMode="white">
          <a:xfrm>
            <a:off x="0" y="0"/>
            <a:ext cx="12195175" cy="6858000"/>
          </a:xfrm>
          <a:prstGeom prst="rect">
            <a:avLst/>
          </a:prstGeom>
          <a:solidFill>
            <a:srgbClr val="EE3939"/>
          </a:solidFill>
          <a:ln w="6350" cap="rnd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600"/>
              </a:spcBef>
              <a:buClr>
                <a:srgbClr val="003755"/>
              </a:buClr>
            </a:pPr>
            <a:endParaRPr lang="en-GB" sz="1400" dirty="0" err="1">
              <a:solidFill>
                <a:srgbClr val="A4A6A2"/>
              </a:solidFill>
            </a:endParaRPr>
          </a:p>
        </p:txBody>
      </p:sp>
      <p:sp>
        <p:nvSpPr>
          <p:cNvPr id="5" name="Do not use"/>
          <p:cNvSpPr txBox="1"/>
          <p:nvPr userDrawn="1"/>
        </p:nvSpPr>
        <p:spPr>
          <a:xfrm>
            <a:off x="430325" y="656823"/>
            <a:ext cx="11359935" cy="278537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ctr" fontAlgn="auto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3755"/>
              </a:buClr>
              <a:buSzTx/>
              <a:buFontTx/>
              <a:buNone/>
              <a:tabLst/>
            </a:pPr>
            <a:r>
              <a:rPr lang="en-GB" sz="4400" b="0" noProof="0" dirty="0">
                <a:solidFill>
                  <a:schemeClr val="bg1"/>
                </a:solidFill>
                <a:latin typeface="+mj-lt"/>
              </a:rPr>
              <a:t>The layouts following this one belong </a:t>
            </a:r>
            <a:br>
              <a:rPr lang="en-GB" sz="4400" b="0" noProof="0" dirty="0">
                <a:solidFill>
                  <a:schemeClr val="bg1"/>
                </a:solidFill>
                <a:latin typeface="+mj-lt"/>
              </a:rPr>
            </a:br>
            <a:r>
              <a:rPr lang="en-GB" sz="4400" b="0" noProof="0" dirty="0">
                <a:solidFill>
                  <a:schemeClr val="bg1"/>
                </a:solidFill>
                <a:latin typeface="+mj-lt"/>
              </a:rPr>
              <a:t>to templates other than the officially distributed SAP PowerPoint template.</a:t>
            </a:r>
          </a:p>
          <a:p>
            <a:pPr marL="0" marR="0" indent="0" algn="ctr" fontAlgn="auto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3755"/>
              </a:buClr>
              <a:buSzTx/>
              <a:buFontTx/>
              <a:buNone/>
              <a:tabLst/>
            </a:pPr>
            <a:r>
              <a:rPr lang="en-GB" sz="4400" b="0" noProof="0" dirty="0">
                <a:solidFill>
                  <a:schemeClr val="bg1"/>
                </a:solidFill>
                <a:latin typeface="+mn-lt"/>
              </a:rPr>
              <a:t>Please do not use them.</a:t>
            </a:r>
            <a:endParaRPr lang="en-GB" sz="2800" b="0" noProof="0" dirty="0">
              <a:solidFill>
                <a:schemeClr val="bg1"/>
              </a:solidFill>
              <a:latin typeface="72 Brand" panose="020B0504030603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B5E5A-DA85-4D5B-80B9-F94482F55D76}"/>
              </a:ext>
            </a:extLst>
          </p:cNvPr>
          <p:cNvGrpSpPr/>
          <p:nvPr userDrawn="1"/>
        </p:nvGrpSpPr>
        <p:grpSpPr bwMode="black">
          <a:xfrm rot="8100000">
            <a:off x="10407583" y="4661326"/>
            <a:ext cx="1037058" cy="1036788"/>
            <a:chOff x="6096000" y="4963130"/>
            <a:chExt cx="1456719" cy="1456719"/>
          </a:xfrm>
          <a:solidFill>
            <a:schemeClr val="bg1"/>
          </a:solidFill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823227E-A862-4A7F-BC20-0D107430AB2C}"/>
                </a:ext>
              </a:extLst>
            </p:cNvPr>
            <p:cNvSpPr/>
            <p:nvPr userDrawn="1"/>
          </p:nvSpPr>
          <p:spPr bwMode="black">
            <a:xfrm rot="5400000">
              <a:off x="5534135" y="5524995"/>
              <a:ext cx="1456719" cy="332990"/>
            </a:xfrm>
            <a:prstGeom prst="rect">
              <a:avLst/>
            </a:prstGeom>
            <a:grpFill/>
            <a:ln w="6350" cap="rnd">
              <a:noFill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600"/>
                </a:spcBef>
                <a:buClr>
                  <a:srgbClr val="003755"/>
                </a:buClr>
              </a:pPr>
              <a:endParaRPr lang="en-GB" sz="1400" dirty="0" err="1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8501AE6-6504-4184-9443-E89AFACF769D}"/>
                </a:ext>
              </a:extLst>
            </p:cNvPr>
            <p:cNvSpPr/>
            <p:nvPr userDrawn="1"/>
          </p:nvSpPr>
          <p:spPr bwMode="black">
            <a:xfrm rot="10800000">
              <a:off x="6096000" y="4963130"/>
              <a:ext cx="1456719" cy="332990"/>
            </a:xfrm>
            <a:prstGeom prst="rect">
              <a:avLst/>
            </a:prstGeom>
            <a:grpFill/>
            <a:ln w="6350" cap="rnd">
              <a:noFill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600"/>
                </a:spcBef>
                <a:buClr>
                  <a:srgbClr val="003755"/>
                </a:buClr>
              </a:pPr>
              <a:endParaRPr lang="en-GB" sz="1400" dirty="0" err="1">
                <a:solidFill>
                  <a:schemeClr val="tx1"/>
                </a:solidFill>
              </a:endParaRPr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67CEE09B-6EE1-4BF2-85A3-DE69E91BC4C6}"/>
              </a:ext>
            </a:extLst>
          </p:cNvPr>
          <p:cNvSpPr/>
          <p:nvPr userDrawn="1"/>
        </p:nvSpPr>
        <p:spPr>
          <a:xfrm>
            <a:off x="430324" y="4365269"/>
            <a:ext cx="1015499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9600" b="1" i="1" noProof="0" dirty="0">
                <a:solidFill>
                  <a:schemeClr val="bg1"/>
                </a:solidFill>
                <a:latin typeface="+mj-lt"/>
              </a:rPr>
              <a:t>Other layouts</a:t>
            </a:r>
            <a:endParaRPr lang="en-GB" sz="1800" b="1" i="1" noProof="0" dirty="0">
              <a:latin typeface="+mj-lt"/>
            </a:endParaRPr>
          </a:p>
        </p:txBody>
      </p:sp>
      <p:sp>
        <p:nvSpPr>
          <p:cNvPr id="13" name="Date Placeholder 6" hidden="1">
            <a:extLst>
              <a:ext uri="{FF2B5EF4-FFF2-40B4-BE49-F238E27FC236}">
                <a16:creationId xmlns:a16="http://schemas.microsoft.com/office/drawing/2014/main" id="{706505A8-87EA-4BA0-B698-35156BC765D0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90249" y="6537073"/>
            <a:ext cx="985275" cy="14186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914400" rtl="0" eaLnBrk="1" latinLnBrk="0" hangingPunct="1">
              <a:defRPr sz="700" kern="1200">
                <a:solidFill>
                  <a:schemeClr val="tx2"/>
                </a:solidFill>
                <a:latin typeface="72 Brand" panose="020B0504030603020204" pitchFamily="34" charset="0"/>
                <a:ea typeface="72 Brand" panose="020B0504030603020204" pitchFamily="34" charset="0"/>
                <a:cs typeface="Arial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BE5A79F-CEE8-4C11-A8A5-0D02CD0019B9}" type="datetime4">
              <a:rPr lang="en-US" smtClean="0"/>
              <a:pPr/>
              <a:t>December 18, 2025</a:t>
            </a:fld>
            <a:endParaRPr lang="en-GB" dirty="0"/>
          </a:p>
        </p:txBody>
      </p:sp>
      <p:sp>
        <p:nvSpPr>
          <p:cNvPr id="14" name="Footer Placeholder 8" hidden="1">
            <a:extLst>
              <a:ext uri="{FF2B5EF4-FFF2-40B4-BE49-F238E27FC236}">
                <a16:creationId xmlns:a16="http://schemas.microsoft.com/office/drawing/2014/main" id="{AB150C2C-2030-498B-8262-6BD5BCCBB34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584685" y="6537073"/>
            <a:ext cx="2948351" cy="14186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914400" rtl="0" eaLnBrk="1" latinLnBrk="0" hangingPunct="1">
              <a:defRPr sz="700" kern="1200">
                <a:solidFill>
                  <a:schemeClr val="tx2"/>
                </a:solidFill>
                <a:latin typeface="72 Brand" panose="020B0504030603020204" pitchFamily="34" charset="0"/>
                <a:ea typeface="72 Brand" panose="020B0504030603020204" pitchFamily="34" charset="0"/>
                <a:cs typeface="Arial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15" name="Slide Number Placeholder 10" hidden="1">
            <a:extLst>
              <a:ext uri="{FF2B5EF4-FFF2-40B4-BE49-F238E27FC236}">
                <a16:creationId xmlns:a16="http://schemas.microsoft.com/office/drawing/2014/main" id="{E81B246F-92C7-4EF8-ACD0-05F73C7095B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20341" y="6537073"/>
            <a:ext cx="265838" cy="14186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914400" rtl="0" eaLnBrk="1" latinLnBrk="0" hangingPunct="1">
              <a:defRPr sz="700" b="0" i="0" kern="1200">
                <a:solidFill>
                  <a:schemeClr val="tx2"/>
                </a:solidFill>
                <a:latin typeface="72 Brand" panose="020B0504030603020204" pitchFamily="34" charset="0"/>
                <a:ea typeface="72 Brand" panose="020B0504030603020204" pitchFamily="34" charset="0"/>
                <a:cs typeface="Arial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3AA811B-2EBD-4900-905E-5BE206449611}" type="slidenum">
              <a:rPr lang="en-US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6367886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theme" Target="../theme/theme1.xml"/><Relationship Id="rId47" Type="http://schemas.openxmlformats.org/officeDocument/2006/relationships/tags" Target="../tags/tag2.xml"/><Relationship Id="rId48" Type="http://schemas.openxmlformats.org/officeDocument/2006/relationships/tags" Target="../tags/tag3.xml"/><Relationship Id="rId49" Type="http://schemas.openxmlformats.org/officeDocument/2006/relationships/tags" Target="../tags/tag4.xml"/><Relationship Id="rId50" Type="http://schemas.openxmlformats.org/officeDocument/2006/relationships/tags" Target="../tags/tag5.xml"/><Relationship Id="rId51" Type="http://schemas.openxmlformats.org/officeDocument/2006/relationships/tags" Target="../tags/tag6.xml"/><Relationship Id="rId52" Type="http://schemas.openxmlformats.org/officeDocument/2006/relationships/tags" Target="../tags/tag7.xml"/><Relationship Id="rId53" Type="http://schemas.openxmlformats.org/officeDocument/2006/relationships/tags" Target="../tags/tag8.xml"/><Relationship Id="rId54" Type="http://schemas.openxmlformats.org/officeDocument/2006/relationships/tags" Target="../tags/tag9.xml"/><Relationship Id="rId55" Type="http://schemas.openxmlformats.org/officeDocument/2006/relationships/tags" Target="../tags/tag10.xml"/><Relationship Id="rId56" Type="http://schemas.openxmlformats.org/officeDocument/2006/relationships/tags" Target="../tags/tag11.xml"/><Relationship Id="rId57" Type="http://schemas.openxmlformats.org/officeDocument/2006/relationships/tags" Target="../tags/tag12.xml"/><Relationship Id="rId58" Type="http://schemas.openxmlformats.org/officeDocument/2006/relationships/tags" Target="../tags/tag13.xml"/><Relationship Id="rId59" Type="http://schemas.openxmlformats.org/officeDocument/2006/relationships/tags" Target="../tags/tag14.xml"/><Relationship Id="rId60" Type="http://schemas.openxmlformats.org/officeDocument/2006/relationships/tags" Target="../tags/tag15.xml"/><Relationship Id="rId61" Type="http://schemas.openxmlformats.org/officeDocument/2006/relationships/tags" Target="../tags/tag16.xml"/><Relationship Id="rId62" Type="http://schemas.openxmlformats.org/officeDocument/2006/relationships/tags" Target="../tags/tag17.xml"/><Relationship Id="rId63" Type="http://schemas.openxmlformats.org/officeDocument/2006/relationships/tags" Target="../tags/tag18.xml"/><Relationship Id="rId64" Type="http://schemas.openxmlformats.org/officeDocument/2006/relationships/tags" Target="../tags/tag19.xml"/><Relationship Id="rId65" Type="http://schemas.openxmlformats.org/officeDocument/2006/relationships/tags" Target="../tags/tag20.xml"/><Relationship Id="rId66" Type="http://schemas.openxmlformats.org/officeDocument/2006/relationships/tags" Target="../tags/tag21.xml"/><Relationship Id="rId67" Type="http://schemas.openxmlformats.org/officeDocument/2006/relationships/tags" Target="../tags/tag22.xml"/><Relationship Id="rId68" Type="http://schemas.openxmlformats.org/officeDocument/2006/relationships/tags" Target="../tags/tag23.xml"/><Relationship Id="rId69" Type="http://schemas.openxmlformats.org/officeDocument/2006/relationships/tags" Target="../tags/tag24.xml"/><Relationship Id="rId70" Type="http://schemas.openxmlformats.org/officeDocument/2006/relationships/tags" Target="../tags/tag25.xml"/><Relationship Id="rId71" Type="http://schemas.openxmlformats.org/officeDocument/2006/relationships/tags" Target="../tags/tag26.xml"/><Relationship Id="rId72" Type="http://schemas.openxmlformats.org/officeDocument/2006/relationships/tags" Target="../tags/tag27.xml"/><Relationship Id="rId73" Type="http://schemas.openxmlformats.org/officeDocument/2006/relationships/tags" Target="../tags/tag28.xml"/><Relationship Id="rId74" Type="http://schemas.openxmlformats.org/officeDocument/2006/relationships/tags" Target="../tags/tag29.xml"/><Relationship Id="rId75" Type="http://schemas.openxmlformats.org/officeDocument/2006/relationships/tags" Target="../tags/tag30.xml"/><Relationship Id="rId76" Type="http://schemas.openxmlformats.org/officeDocument/2006/relationships/tags" Target="../tags/tag31.xml"/><Relationship Id="rId77" Type="http://schemas.openxmlformats.org/officeDocument/2006/relationships/tags" Target="../tags/tag32.xml"/><Relationship Id="rId78" Type="http://schemas.openxmlformats.org/officeDocument/2006/relationships/tags" Target="../tags/tag33.xml"/><Relationship Id="rId79" Type="http://schemas.openxmlformats.org/officeDocument/2006/relationships/tags" Target="../tags/tag34.xml"/><Relationship Id="rId80" Type="http://schemas.openxmlformats.org/officeDocument/2006/relationships/tags" Target="../tags/tag35.xml"/><Relationship Id="rId81" Type="http://schemas.openxmlformats.org/officeDocument/2006/relationships/tags" Target="../tags/tag36.xml"/><Relationship Id="rId82" Type="http://schemas.openxmlformats.org/officeDocument/2006/relationships/tags" Target="../tags/tag37.xml"/><Relationship Id="rId83" Type="http://schemas.openxmlformats.org/officeDocument/2006/relationships/tags" Target="../tags/tag38.xml"/><Relationship Id="rId84" Type="http://schemas.openxmlformats.org/officeDocument/2006/relationships/tags" Target="../tags/tag39.xml"/><Relationship Id="rId85" Type="http://schemas.openxmlformats.org/officeDocument/2006/relationships/tags" Target="../tags/tag40.xml"/><Relationship Id="rId86" Type="http://schemas.openxmlformats.org/officeDocument/2006/relationships/tags" Target="../tags/tag41.xml"/><Relationship Id="rId87" Type="http://schemas.openxmlformats.org/officeDocument/2006/relationships/tags" Target="../tags/tag42.xml"/><Relationship Id="rId88" Type="http://schemas.openxmlformats.org/officeDocument/2006/relationships/tags" Target="../tags/tag43.xml"/><Relationship Id="rId89" Type="http://schemas.openxmlformats.org/officeDocument/2006/relationships/tags" Target="../tags/tag44.xml"/><Relationship Id="rId90" Type="http://schemas.openxmlformats.org/officeDocument/2006/relationships/tags" Target="../tags/tag45.xml"/><Relationship Id="rId91" Type="http://schemas.openxmlformats.org/officeDocument/2006/relationships/tags" Target="../tags/tag46.xml"/><Relationship Id="rId92" Type="http://schemas.openxmlformats.org/officeDocument/2006/relationships/tags" Target="../tags/tag47.xml"/><Relationship Id="rId93" Type="http://schemas.openxmlformats.org/officeDocument/2006/relationships/tags" Target="../tags/tag48.xml"/><Relationship Id="rId94" Type="http://schemas.openxmlformats.org/officeDocument/2006/relationships/tags" Target="../tags/tag49.xml"/><Relationship Id="rId95" Type="http://schemas.openxmlformats.org/officeDocument/2006/relationships/tags" Target="../tags/tag50.xml"/><Relationship Id="rId96" Type="http://schemas.openxmlformats.org/officeDocument/2006/relationships/tags" Target="../tags/tag51.xml"/><Relationship Id="rId97" Type="http://schemas.openxmlformats.org/officeDocument/2006/relationships/tags" Target="../tags/tag52.xml"/><Relationship Id="rId98" Type="http://schemas.openxmlformats.org/officeDocument/2006/relationships/tags" Target="../tags/tag53.xml"/><Relationship Id="rId99" Type="http://schemas.openxmlformats.org/officeDocument/2006/relationships/tags" Target="../tags/tag54.xml"/><Relationship Id="rId100" Type="http://schemas.openxmlformats.org/officeDocument/2006/relationships/tags" Target="../tags/tag55.xml"/><Relationship Id="rId101" Type="http://schemas.openxmlformats.org/officeDocument/2006/relationships/tags" Target="../tags/tag56.xml"/><Relationship Id="rId102" Type="http://schemas.openxmlformats.org/officeDocument/2006/relationships/tags" Target="../tags/tag57.xml"/><Relationship Id="rId103" Type="http://schemas.openxmlformats.org/officeDocument/2006/relationships/tags" Target="../tags/tag58.xml"/><Relationship Id="rId104" Type="http://schemas.openxmlformats.org/officeDocument/2006/relationships/tags" Target="../tags/tag59.xml"/><Relationship Id="rId105" Type="http://schemas.openxmlformats.org/officeDocument/2006/relationships/tags" Target="../tags/tag60.xml"/><Relationship Id="rId106" Type="http://schemas.openxmlformats.org/officeDocument/2006/relationships/tags" Target="../tags/tag61.xml"/><Relationship Id="rId107" Type="http://schemas.openxmlformats.org/officeDocument/2006/relationships/tags" Target="../tags/tag62.xml"/><Relationship Id="rId108" Type="http://schemas.openxmlformats.org/officeDocument/2006/relationships/tags" Target="../tags/tag63.xml"/><Relationship Id="rId109" Type="http://schemas.openxmlformats.org/officeDocument/2006/relationships/tags" Target="../tags/tag64.xml"/><Relationship Id="rId110" Type="http://schemas.openxmlformats.org/officeDocument/2006/relationships/tags" Target="../tags/tag65.xml"/><Relationship Id="rId111" Type="http://schemas.openxmlformats.org/officeDocument/2006/relationships/tags" Target="../tags/tag66.xml"/><Relationship Id="rId112" Type="http://schemas.openxmlformats.org/officeDocument/2006/relationships/tags" Target="../tags/tag67.xml"/><Relationship Id="rId113" Type="http://schemas.openxmlformats.org/officeDocument/2006/relationships/tags" Target="../tags/tag68.xml"/><Relationship Id="rId114" Type="http://schemas.openxmlformats.org/officeDocument/2006/relationships/tags" Target="../tags/tag69.xml"/><Relationship Id="rId115" Type="http://schemas.openxmlformats.org/officeDocument/2006/relationships/tags" Target="../tags/tag70.xml"/><Relationship Id="rId116" Type="http://schemas.openxmlformats.org/officeDocument/2006/relationships/tags" Target="../tags/tag71.xml"/><Relationship Id="rId117" Type="http://schemas.openxmlformats.org/officeDocument/2006/relationships/tags" Target="../tags/tag72.xml"/><Relationship Id="rId118" Type="http://schemas.openxmlformats.org/officeDocument/2006/relationships/tags" Target="../tags/tag73.xml"/><Relationship Id="rId119" Type="http://schemas.openxmlformats.org/officeDocument/2006/relationships/tags" Target="../tags/tag74.xml"/><Relationship Id="rId120" Type="http://schemas.openxmlformats.org/officeDocument/2006/relationships/tags" Target="../tags/tag75.xml"/><Relationship Id="rId121" Type="http://schemas.openxmlformats.org/officeDocument/2006/relationships/tags" Target="../tags/tag76.xml"/><Relationship Id="rId122" Type="http://schemas.openxmlformats.org/officeDocument/2006/relationships/tags" Target="../tags/tag77.xml"/><Relationship Id="rId123" Type="http://schemas.openxmlformats.org/officeDocument/2006/relationships/tags" Target="../tags/tag78.xml"/><Relationship Id="rId124" Type="http://schemas.openxmlformats.org/officeDocument/2006/relationships/tags" Target="../tags/tag79.xml"/><Relationship Id="rId125" Type="http://schemas.openxmlformats.org/officeDocument/2006/relationships/tags" Target="../tags/tag80.xml"/><Relationship Id="rId126" Type="http://schemas.openxmlformats.org/officeDocument/2006/relationships/tags" Target="../tags/tag81.xml"/><Relationship Id="rId127" Type="http://schemas.openxmlformats.org/officeDocument/2006/relationships/tags" Target="../tags/tag82.xml"/><Relationship Id="rId128" Type="http://schemas.openxmlformats.org/officeDocument/2006/relationships/tags" Target="../tags/tag83.xml"/><Relationship Id="rId129" Type="http://schemas.openxmlformats.org/officeDocument/2006/relationships/tags" Target="../tags/tag84.xml"/><Relationship Id="rId130" Type="http://schemas.openxmlformats.org/officeDocument/2006/relationships/tags" Target="../tags/tag85.xml"/><Relationship Id="rId131" Type="http://schemas.openxmlformats.org/officeDocument/2006/relationships/tags" Target="../tags/tag86.xml"/><Relationship Id="rId132" Type="http://schemas.openxmlformats.org/officeDocument/2006/relationships/tags" Target="../tags/tag87.xml"/><Relationship Id="rId133" Type="http://schemas.openxmlformats.org/officeDocument/2006/relationships/tags" Target="../tags/tag88.xml"/><Relationship Id="rId134" Type="http://schemas.openxmlformats.org/officeDocument/2006/relationships/tags" Target="../tags/tag89.xml"/><Relationship Id="rId135" Type="http://schemas.openxmlformats.org/officeDocument/2006/relationships/tags" Target="../tags/tag90.xml"/><Relationship Id="rId136" Type="http://schemas.openxmlformats.org/officeDocument/2006/relationships/tags" Target="../tags/tag91.xml"/><Relationship Id="rId137" Type="http://schemas.openxmlformats.org/officeDocument/2006/relationships/tags" Target="../tags/tag92.xml"/><Relationship Id="rId138" Type="http://schemas.openxmlformats.org/officeDocument/2006/relationships/tags" Target="../tags/tag93.xml"/><Relationship Id="rId139" Type="http://schemas.openxmlformats.org/officeDocument/2006/relationships/tags" Target="../tags/tag94.xml"/><Relationship Id="rId140" Type="http://schemas.openxmlformats.org/officeDocument/2006/relationships/tags" Target="../tags/tag95.xml"/><Relationship Id="rId141" Type="http://schemas.openxmlformats.org/officeDocument/2006/relationships/tags" Target="../tags/tag96.xml"/><Relationship Id="rId142" Type="http://schemas.openxmlformats.org/officeDocument/2006/relationships/tags" Target="../tags/tag97.xml"/><Relationship Id="rId143" Type="http://schemas.openxmlformats.org/officeDocument/2006/relationships/tags" Target="../tags/tag98.xml"/><Relationship Id="rId144" Type="http://schemas.openxmlformats.org/officeDocument/2006/relationships/tags" Target="../tags/tag99.xml"/><Relationship Id="rId145" Type="http://schemas.openxmlformats.org/officeDocument/2006/relationships/tags" Target="../tags/tag100.xml"/><Relationship Id="rId146" Type="http://schemas.openxmlformats.org/officeDocument/2006/relationships/tags" Target="../tags/tag101.xml"/><Relationship Id="rId147" Type="http://schemas.openxmlformats.org/officeDocument/2006/relationships/tags" Target="../tags/tag102.xml"/><Relationship Id="rId148" Type="http://schemas.openxmlformats.org/officeDocument/2006/relationships/tags" Target="../tags/tag103.xml"/><Relationship Id="rId149" Type="http://schemas.openxmlformats.org/officeDocument/2006/relationships/tags" Target="../tags/tag104.xml"/><Relationship Id="rId150" Type="http://schemas.openxmlformats.org/officeDocument/2006/relationships/tags" Target="../tags/tag105.xml"/><Relationship Id="rId151" Type="http://schemas.openxmlformats.org/officeDocument/2006/relationships/tags" Target="../tags/tag106.xml"/><Relationship Id="rId152" Type="http://schemas.openxmlformats.org/officeDocument/2006/relationships/tags" Target="../tags/tag107.xml"/><Relationship Id="rId153" Type="http://schemas.openxmlformats.org/officeDocument/2006/relationships/tags" Target="../tags/tag108.xml"/><Relationship Id="rId154" Type="http://schemas.openxmlformats.org/officeDocument/2006/relationships/tags" Target="../tags/tag109.xml"/><Relationship Id="rId155" Type="http://schemas.openxmlformats.org/officeDocument/2006/relationships/tags" Target="../tags/tag110.xml"/><Relationship Id="rId156" Type="http://schemas.openxmlformats.org/officeDocument/2006/relationships/tags" Target="../tags/tag111.xml"/><Relationship Id="rId157" Type="http://schemas.openxmlformats.org/officeDocument/2006/relationships/tags" Target="../tags/tag112.xml"/><Relationship Id="rId158" Type="http://schemas.openxmlformats.org/officeDocument/2006/relationships/tags" Target="../tags/tag113.xml"/><Relationship Id="rId159" Type="http://schemas.openxmlformats.org/officeDocument/2006/relationships/tags" Target="../tags/tag114.xml"/><Relationship Id="rId160" Type="http://schemas.openxmlformats.org/officeDocument/2006/relationships/tags" Target="../tags/tag115.xml"/><Relationship Id="rId161" Type="http://schemas.openxmlformats.org/officeDocument/2006/relationships/tags" Target="../tags/tag116.xml"/><Relationship Id="rId162" Type="http://schemas.openxmlformats.org/officeDocument/2006/relationships/tags" Target="../tags/tag117.xml"/><Relationship Id="rId163" Type="http://schemas.openxmlformats.org/officeDocument/2006/relationships/tags" Target="../tags/tag118.xml"/><Relationship Id="rId164" Type="http://schemas.openxmlformats.org/officeDocument/2006/relationships/tags" Target="../tags/tag119.xml"/><Relationship Id="rId165" Type="http://schemas.openxmlformats.org/officeDocument/2006/relationships/tags" Target="../tags/tag120.xml"/><Relationship Id="rId166" Type="http://schemas.openxmlformats.org/officeDocument/2006/relationships/tags" Target="../tags/tag121.xml"/><Relationship Id="rId167" Type="http://schemas.openxmlformats.org/officeDocument/2006/relationships/tags" Target="../tags/tag122.xml"/><Relationship Id="rId168" Type="http://schemas.openxmlformats.org/officeDocument/2006/relationships/tags" Target="../tags/tag123.xml"/><Relationship Id="rId169" Type="http://schemas.openxmlformats.org/officeDocument/2006/relationships/tags" Target="../tags/tag12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number"/>
          <p:cNvSpPr txBox="1"/>
          <p:nvPr userDrawn="1"/>
        </p:nvSpPr>
        <p:spPr bwMode="black">
          <a:xfrm>
            <a:off x="11546207" y="6536751"/>
            <a:ext cx="14427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84138" indent="-84138">
              <a:buClr>
                <a:schemeClr val="tx1"/>
              </a:buClr>
              <a:buFont typeface="Arial" pitchFamily="34" charset="0"/>
              <a:buChar char="©"/>
              <a:tabLst/>
              <a:defRPr sz="600"/>
            </a:lvl1pPr>
          </a:lstStyle>
          <a:p>
            <a:pPr marL="0" lvl="0" indent="0" algn="r">
              <a:buNone/>
            </a:pPr>
            <a:fld id="{0BDC132A-5C91-4078-9777-31DA19A62E0A}" type="slidenum">
              <a:rPr lang="en-US" sz="900" b="0" i="0" noProof="0" smtClean="0">
                <a:latin typeface="+mn-lt"/>
              </a:rPr>
              <a:pPr marL="0" lvl="0" indent="0" algn="r">
                <a:buNone/>
              </a:pPr>
              <a:t>‹#›</a:t>
            </a:fld>
            <a:endParaRPr lang="en-US" sz="900" b="0" i="0" noProof="0" dirty="0">
              <a:latin typeface="+mn-lt"/>
            </a:endParaRPr>
          </a:p>
        </p:txBody>
      </p:sp>
      <p:sp>
        <p:nvSpPr>
          <p:cNvPr id="3" name="Text Placeholder"/>
          <p:cNvSpPr>
            <a:spLocks noGrp="1"/>
          </p:cNvSpPr>
          <p:nvPr userDrawn="1">
            <p:ph type="body" idx="1"/>
          </p:nvPr>
        </p:nvSpPr>
        <p:spPr bwMode="black">
          <a:xfrm>
            <a:off x="504001" y="1548560"/>
            <a:ext cx="11186476" cy="480461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Start typing to add text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  <a:p>
            <a:pPr lvl="3"/>
            <a:r>
              <a:rPr lang="en-US" dirty="0"/>
              <a:t>Level 4</a:t>
            </a:r>
          </a:p>
          <a:p>
            <a:pPr lvl="4"/>
            <a:r>
              <a:rPr lang="en-US" dirty="0"/>
              <a:t>Level 5</a:t>
            </a:r>
          </a:p>
          <a:p>
            <a:pPr lvl="5"/>
            <a:r>
              <a:rPr lang="en-US" dirty="0"/>
              <a:t>Level 6</a:t>
            </a:r>
          </a:p>
          <a:p>
            <a:pPr lvl="6"/>
            <a:r>
              <a:rPr lang="en-US" dirty="0"/>
              <a:t>Level 7</a:t>
            </a:r>
          </a:p>
          <a:p>
            <a:pPr lvl="7"/>
            <a:r>
              <a:rPr lang="en-US" dirty="0"/>
              <a:t>Level 8</a:t>
            </a:r>
          </a:p>
          <a:p>
            <a:pPr lvl="8"/>
            <a:r>
              <a:rPr lang="en-US" dirty="0"/>
              <a:t>Level 9</a:t>
            </a:r>
          </a:p>
          <a:p>
            <a:pPr lvl="0"/>
            <a:endParaRPr lang="en-US" noProof="0" dirty="0"/>
          </a:p>
        </p:txBody>
      </p:sp>
      <p:sp>
        <p:nvSpPr>
          <p:cNvPr id="2" name="Title Placeholder"/>
          <p:cNvSpPr>
            <a:spLocks noGrp="1"/>
          </p:cNvSpPr>
          <p:nvPr userDrawn="1">
            <p:ph type="title"/>
          </p:nvPr>
        </p:nvSpPr>
        <p:spPr bwMode="black">
          <a:xfrm>
            <a:off x="504001" y="504000"/>
            <a:ext cx="11183174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en-US" noProof="0" dirty="0"/>
              <a:t>Insert page title (sentence case)</a:t>
            </a:r>
          </a:p>
        </p:txBody>
      </p:sp>
      <p:grpSp>
        <p:nvGrpSpPr>
          <p:cNvPr id="6" name="Harvey 3" hidden="1">
            <a:extLst>
              <a:ext uri="{FF2B5EF4-FFF2-40B4-BE49-F238E27FC236}">
                <a16:creationId xmlns:a16="http://schemas.microsoft.com/office/drawing/2014/main" id="{B3E7C216-6801-4AB8-8D95-E7D60F39B210}"/>
              </a:ext>
            </a:extLst>
          </p:cNvPr>
          <p:cNvGrpSpPr>
            <a:grpSpLocks/>
          </p:cNvGrpSpPr>
          <p:nvPr userDrawn="1">
            <p:custDataLst>
              <p:tags r:id="rId47"/>
            </p:custDataLst>
          </p:nvPr>
        </p:nvGrpSpPr>
        <p:grpSpPr>
          <a:xfrm>
            <a:off x="3938798" y="3978000"/>
            <a:ext cx="1024878" cy="1024878"/>
            <a:chOff x="0" y="0"/>
            <a:chExt cx="914400" cy="914400"/>
          </a:xfrm>
          <a:solidFill>
            <a:schemeClr val="tx2"/>
          </a:solidFill>
        </p:grpSpPr>
        <p:sp>
          <p:nvSpPr>
            <p:cNvPr id="7" name="Harvey 0/3 [0]">
              <a:extLst>
                <a:ext uri="{FF2B5EF4-FFF2-40B4-BE49-F238E27FC236}">
                  <a16:creationId xmlns:a16="http://schemas.microsoft.com/office/drawing/2014/main" id="{FC8CECD5-A3FB-4DD5-A846-DC09FDB6EB04}"/>
                </a:ext>
              </a:extLst>
            </p:cNvPr>
            <p:cNvSpPr>
              <a:spLocks noChangeAspect="1"/>
            </p:cNvSpPr>
            <p:nvPr>
              <p:custDataLst>
                <p:tags r:id="rId166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 fill="none">
                  <a:moveTo>
                    <a:pt x="317500" y="0"/>
                  </a:moveTo>
                  <a:arcTo wR="317500" hR="317500" stAng="-5400000" swAng="216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 dirty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8" name="Harvey 1/3 [1]">
              <a:extLst>
                <a:ext uri="{FF2B5EF4-FFF2-40B4-BE49-F238E27FC236}">
                  <a16:creationId xmlns:a16="http://schemas.microsoft.com/office/drawing/2014/main" id="{750B853B-8389-4427-AFB9-1CE880FE9BEE}"/>
                </a:ext>
              </a:extLst>
            </p:cNvPr>
            <p:cNvSpPr>
              <a:spLocks noChangeAspect="1"/>
            </p:cNvSpPr>
            <p:nvPr>
              <p:custDataLst>
                <p:tags r:id="rId167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2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92463" y="476249"/>
                  </a:moveTo>
                  <a:arcTo wR="317500" hR="317500" stAng="1800000" swAng="144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 dirty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9" name="Harvey 2/3 [2]">
              <a:extLst>
                <a:ext uri="{FF2B5EF4-FFF2-40B4-BE49-F238E27FC236}">
                  <a16:creationId xmlns:a16="http://schemas.microsoft.com/office/drawing/2014/main" id="{0CA9A207-7055-4A72-8ED2-D82605C3D0C8}"/>
                </a:ext>
              </a:extLst>
            </p:cNvPr>
            <p:cNvSpPr>
              <a:spLocks noChangeAspect="1"/>
            </p:cNvSpPr>
            <p:nvPr>
              <p:custDataLst>
                <p:tags r:id="rId168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4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2536" y="476250"/>
                  </a:moveTo>
                  <a:arcTo wR="317500" hR="317500" stAng="9000000" swAng="72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 dirty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10" name="Harvey 3/3 [3]">
              <a:extLst>
                <a:ext uri="{FF2B5EF4-FFF2-40B4-BE49-F238E27FC236}">
                  <a16:creationId xmlns:a16="http://schemas.microsoft.com/office/drawing/2014/main" id="{4422C816-875A-41F5-9DC0-8DBAE4C5C6CB}"/>
                </a:ext>
              </a:extLst>
            </p:cNvPr>
            <p:cNvSpPr>
              <a:spLocks noChangeAspect="1"/>
            </p:cNvSpPr>
            <p:nvPr>
              <p:custDataLst>
                <p:tags r:id="rId169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00"/>
                  <a:close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 dirty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</p:grpSp>
      <p:grpSp>
        <p:nvGrpSpPr>
          <p:cNvPr id="11" name="Harvey 4" hidden="1">
            <a:extLst>
              <a:ext uri="{FF2B5EF4-FFF2-40B4-BE49-F238E27FC236}">
                <a16:creationId xmlns:a16="http://schemas.microsoft.com/office/drawing/2014/main" id="{DDC5C333-7028-4F79-8940-98DC17723588}"/>
              </a:ext>
            </a:extLst>
          </p:cNvPr>
          <p:cNvGrpSpPr>
            <a:grpSpLocks/>
          </p:cNvGrpSpPr>
          <p:nvPr userDrawn="1">
            <p:custDataLst>
              <p:tags r:id="rId48"/>
            </p:custDataLst>
          </p:nvPr>
        </p:nvGrpSpPr>
        <p:grpSpPr>
          <a:xfrm>
            <a:off x="5391506" y="3978000"/>
            <a:ext cx="1024878" cy="1024878"/>
            <a:chOff x="0" y="0"/>
            <a:chExt cx="914400" cy="914400"/>
          </a:xfrm>
          <a:solidFill>
            <a:schemeClr val="tx2"/>
          </a:solidFill>
        </p:grpSpPr>
        <p:sp>
          <p:nvSpPr>
            <p:cNvPr id="13" name="Harvey 0/4 [0]">
              <a:extLst>
                <a:ext uri="{FF2B5EF4-FFF2-40B4-BE49-F238E27FC236}">
                  <a16:creationId xmlns:a16="http://schemas.microsoft.com/office/drawing/2014/main" id="{70B331E2-39A8-4BAF-8DDD-C631B51EB56E}"/>
                </a:ext>
              </a:extLst>
            </p:cNvPr>
            <p:cNvSpPr>
              <a:spLocks noChangeAspect="1"/>
            </p:cNvSpPr>
            <p:nvPr>
              <p:custDataLst>
                <p:tags r:id="rId161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 fill="none">
                  <a:moveTo>
                    <a:pt x="317500" y="0"/>
                  </a:moveTo>
                  <a:arcTo wR="317500" hR="317500" stAng="-5400000" swAng="216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 dirty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14" name="Harvey 1/4 [1]">
              <a:extLst>
                <a:ext uri="{FF2B5EF4-FFF2-40B4-BE49-F238E27FC236}">
                  <a16:creationId xmlns:a16="http://schemas.microsoft.com/office/drawing/2014/main" id="{47F66FBA-2801-4875-BD13-0BF512FC3C6A}"/>
                </a:ext>
              </a:extLst>
            </p:cNvPr>
            <p:cNvSpPr>
              <a:spLocks noChangeAspect="1"/>
            </p:cNvSpPr>
            <p:nvPr>
              <p:custDataLst>
                <p:tags r:id="rId162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4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5000" y="317500"/>
                  </a:moveTo>
                  <a:arcTo wR="317500" hR="317500" stAng="0" swAng="162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 dirty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15" name="Harvey 2/4 [2]">
              <a:extLst>
                <a:ext uri="{FF2B5EF4-FFF2-40B4-BE49-F238E27FC236}">
                  <a16:creationId xmlns:a16="http://schemas.microsoft.com/office/drawing/2014/main" id="{99673DAB-5272-45DC-B222-CA8CAA9FD2BB}"/>
                </a:ext>
              </a:extLst>
            </p:cNvPr>
            <p:cNvSpPr>
              <a:spLocks noChangeAspect="1"/>
            </p:cNvSpPr>
            <p:nvPr>
              <p:custDataLst>
                <p:tags r:id="rId163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8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17500" y="635000"/>
                  </a:moveTo>
                  <a:arcTo wR="317500" hR="317500" stAng="5400000" swAng="108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 dirty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16" name="Harvey 3/4 [3]">
              <a:extLst>
                <a:ext uri="{FF2B5EF4-FFF2-40B4-BE49-F238E27FC236}">
                  <a16:creationId xmlns:a16="http://schemas.microsoft.com/office/drawing/2014/main" id="{F9B9444B-C98D-45FC-BA92-881D06827328}"/>
                </a:ext>
              </a:extLst>
            </p:cNvPr>
            <p:cNvSpPr>
              <a:spLocks noChangeAspect="1"/>
            </p:cNvSpPr>
            <p:nvPr>
              <p:custDataLst>
                <p:tags r:id="rId164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2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0" y="317500"/>
                  </a:moveTo>
                  <a:arcTo wR="317500" hR="317500" stAng="10800000" swAng="54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 dirty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17" name="Harvey 4/4 [4]">
              <a:extLst>
                <a:ext uri="{FF2B5EF4-FFF2-40B4-BE49-F238E27FC236}">
                  <a16:creationId xmlns:a16="http://schemas.microsoft.com/office/drawing/2014/main" id="{5FFB853D-F550-4F16-8269-A070A19E381C}"/>
                </a:ext>
              </a:extLst>
            </p:cNvPr>
            <p:cNvSpPr>
              <a:spLocks noChangeAspect="1"/>
            </p:cNvSpPr>
            <p:nvPr>
              <p:custDataLst>
                <p:tags r:id="rId165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00"/>
                  <a:close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 dirty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</p:grpSp>
      <p:grpSp>
        <p:nvGrpSpPr>
          <p:cNvPr id="18" name="Harvey 8" hidden="1">
            <a:extLst>
              <a:ext uri="{FF2B5EF4-FFF2-40B4-BE49-F238E27FC236}">
                <a16:creationId xmlns:a16="http://schemas.microsoft.com/office/drawing/2014/main" id="{0630AB66-7B5F-41CE-A2EB-2EB4C67794AE}"/>
              </a:ext>
            </a:extLst>
          </p:cNvPr>
          <p:cNvGrpSpPr>
            <a:grpSpLocks/>
          </p:cNvGrpSpPr>
          <p:nvPr userDrawn="1">
            <p:custDataLst>
              <p:tags r:id="rId49"/>
            </p:custDataLst>
          </p:nvPr>
        </p:nvGrpSpPr>
        <p:grpSpPr>
          <a:xfrm>
            <a:off x="6844214" y="3978000"/>
            <a:ext cx="1024878" cy="1024878"/>
            <a:chOff x="0" y="0"/>
            <a:chExt cx="914400" cy="914400"/>
          </a:xfrm>
          <a:solidFill>
            <a:schemeClr val="tx2"/>
          </a:solidFill>
        </p:grpSpPr>
        <p:sp>
          <p:nvSpPr>
            <p:cNvPr id="19" name="Harvey 0/8 [0]">
              <a:extLst>
                <a:ext uri="{FF2B5EF4-FFF2-40B4-BE49-F238E27FC236}">
                  <a16:creationId xmlns:a16="http://schemas.microsoft.com/office/drawing/2014/main" id="{051D5678-1EFE-40CF-8563-B5E9EA35A271}"/>
                </a:ext>
              </a:extLst>
            </p:cNvPr>
            <p:cNvSpPr>
              <a:spLocks noChangeAspect="1"/>
            </p:cNvSpPr>
            <p:nvPr>
              <p:custDataLst>
                <p:tags r:id="rId152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 fill="none">
                  <a:moveTo>
                    <a:pt x="317500" y="0"/>
                  </a:moveTo>
                  <a:arcTo wR="317500" hR="317500" stAng="-5400000" swAng="216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 dirty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0" name="Harvey 1/8 [1]">
              <a:extLst>
                <a:ext uri="{FF2B5EF4-FFF2-40B4-BE49-F238E27FC236}">
                  <a16:creationId xmlns:a16="http://schemas.microsoft.com/office/drawing/2014/main" id="{E5DDEB4B-B8B3-42DA-AF30-4FD0A1770D91}"/>
                </a:ext>
              </a:extLst>
            </p:cNvPr>
            <p:cNvSpPr>
              <a:spLocks noChangeAspect="1"/>
            </p:cNvSpPr>
            <p:nvPr>
              <p:custDataLst>
                <p:tags r:id="rId153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7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42006" y="92993"/>
                  </a:moveTo>
                  <a:arcTo wR="317500" hR="317500" stAng="-2700000" swAng="189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 dirty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1" name="Harvey 2/8 [2]">
              <a:extLst>
                <a:ext uri="{FF2B5EF4-FFF2-40B4-BE49-F238E27FC236}">
                  <a16:creationId xmlns:a16="http://schemas.microsoft.com/office/drawing/2014/main" id="{FB9200C4-0418-4CEF-BBB8-18F997AD7CA8}"/>
                </a:ext>
              </a:extLst>
            </p:cNvPr>
            <p:cNvSpPr>
              <a:spLocks noChangeAspect="1"/>
            </p:cNvSpPr>
            <p:nvPr>
              <p:custDataLst>
                <p:tags r:id="rId154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4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5000" y="317500"/>
                  </a:moveTo>
                  <a:arcTo wR="317500" hR="317500" stAng="0" swAng="162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 dirty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2" name="Harvey 3/8 [3]">
              <a:extLst>
                <a:ext uri="{FF2B5EF4-FFF2-40B4-BE49-F238E27FC236}">
                  <a16:creationId xmlns:a16="http://schemas.microsoft.com/office/drawing/2014/main" id="{8E4DE7E8-0809-4E2E-BE6A-E989A6AEBF62}"/>
                </a:ext>
              </a:extLst>
            </p:cNvPr>
            <p:cNvSpPr>
              <a:spLocks noChangeAspect="1"/>
            </p:cNvSpPr>
            <p:nvPr>
              <p:custDataLst>
                <p:tags r:id="rId155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1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42006" y="542006"/>
                  </a:moveTo>
                  <a:arcTo wR="317500" hR="317500" stAng="2700000" swAng="135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 dirty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3" name="Harvey 4/8 [4]">
              <a:extLst>
                <a:ext uri="{FF2B5EF4-FFF2-40B4-BE49-F238E27FC236}">
                  <a16:creationId xmlns:a16="http://schemas.microsoft.com/office/drawing/2014/main" id="{F839E6A9-0DED-402B-8F4C-2176769B55CD}"/>
                </a:ext>
              </a:extLst>
            </p:cNvPr>
            <p:cNvSpPr>
              <a:spLocks noChangeAspect="1"/>
            </p:cNvSpPr>
            <p:nvPr>
              <p:custDataLst>
                <p:tags r:id="rId156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8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17500" y="635000"/>
                  </a:moveTo>
                  <a:arcTo wR="317500" hR="317500" stAng="5400000" swAng="108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 dirty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4" name="Harvey 5/8 [5]">
              <a:extLst>
                <a:ext uri="{FF2B5EF4-FFF2-40B4-BE49-F238E27FC236}">
                  <a16:creationId xmlns:a16="http://schemas.microsoft.com/office/drawing/2014/main" id="{C3EE8663-AD08-4237-8344-6543EC4B688C}"/>
                </a:ext>
              </a:extLst>
            </p:cNvPr>
            <p:cNvSpPr>
              <a:spLocks noChangeAspect="1"/>
            </p:cNvSpPr>
            <p:nvPr>
              <p:custDataLst>
                <p:tags r:id="rId157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35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92993" y="542006"/>
                  </a:moveTo>
                  <a:arcTo wR="317500" hR="317500" stAng="8100000" swAng="81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 dirty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5" name="Harvey 6/8 [6]">
              <a:extLst>
                <a:ext uri="{FF2B5EF4-FFF2-40B4-BE49-F238E27FC236}">
                  <a16:creationId xmlns:a16="http://schemas.microsoft.com/office/drawing/2014/main" id="{ADE6F931-D156-4E59-A3ED-0B14B5F0EF7E}"/>
                </a:ext>
              </a:extLst>
            </p:cNvPr>
            <p:cNvSpPr>
              <a:spLocks noChangeAspect="1"/>
            </p:cNvSpPr>
            <p:nvPr>
              <p:custDataLst>
                <p:tags r:id="rId158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2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0" y="317500"/>
                  </a:moveTo>
                  <a:arcTo wR="317500" hR="317500" stAng="10800000" swAng="54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 dirty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6" name="Harvey 7/8 [7]">
              <a:extLst>
                <a:ext uri="{FF2B5EF4-FFF2-40B4-BE49-F238E27FC236}">
                  <a16:creationId xmlns:a16="http://schemas.microsoft.com/office/drawing/2014/main" id="{A36821AE-2FF1-4F6E-AAF3-1BEA6AE153B8}"/>
                </a:ext>
              </a:extLst>
            </p:cNvPr>
            <p:cNvSpPr>
              <a:spLocks noChangeAspect="1"/>
            </p:cNvSpPr>
            <p:nvPr>
              <p:custDataLst>
                <p:tags r:id="rId159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89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92993" y="92993"/>
                  </a:moveTo>
                  <a:arcTo wR="317500" hR="317500" stAng="13500000" swAng="27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 dirty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7" name="Harvey 8/8 [8]">
              <a:extLst>
                <a:ext uri="{FF2B5EF4-FFF2-40B4-BE49-F238E27FC236}">
                  <a16:creationId xmlns:a16="http://schemas.microsoft.com/office/drawing/2014/main" id="{2D277E47-45D5-4503-8443-BED560C6560A}"/>
                </a:ext>
              </a:extLst>
            </p:cNvPr>
            <p:cNvSpPr>
              <a:spLocks noChangeAspect="1"/>
            </p:cNvSpPr>
            <p:nvPr>
              <p:custDataLst>
                <p:tags r:id="rId160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00"/>
                  <a:close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 dirty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</p:grpSp>
      <p:grpSp>
        <p:nvGrpSpPr>
          <p:cNvPr id="28" name="Harvey 100" hidden="1">
            <a:extLst>
              <a:ext uri="{FF2B5EF4-FFF2-40B4-BE49-F238E27FC236}">
                <a16:creationId xmlns:a16="http://schemas.microsoft.com/office/drawing/2014/main" id="{6D5D9337-395C-4FE4-97E6-E1CD47A644E9}"/>
              </a:ext>
            </a:extLst>
          </p:cNvPr>
          <p:cNvGrpSpPr/>
          <p:nvPr userDrawn="1">
            <p:custDataLst>
              <p:tags r:id="rId50"/>
            </p:custDataLst>
          </p:nvPr>
        </p:nvGrpSpPr>
        <p:grpSpPr>
          <a:xfrm>
            <a:off x="8296922" y="3978000"/>
            <a:ext cx="1024878" cy="1024878"/>
            <a:chOff x="4334905" y="3282696"/>
            <a:chExt cx="292608" cy="292608"/>
          </a:xfrm>
          <a:solidFill>
            <a:schemeClr val="tx2"/>
          </a:solidFill>
        </p:grpSpPr>
        <p:sp>
          <p:nvSpPr>
            <p:cNvPr id="29" name="Harvey 0/100 [0]">
              <a:extLst>
                <a:ext uri="{FF2B5EF4-FFF2-40B4-BE49-F238E27FC236}">
                  <a16:creationId xmlns:a16="http://schemas.microsoft.com/office/drawing/2014/main" id="{C2D4C837-2D4B-4D6B-81F8-9B001989609B}"/>
                </a:ext>
              </a:extLst>
            </p:cNvPr>
            <p:cNvSpPr>
              <a:spLocks noChangeAspect="1"/>
            </p:cNvSpPr>
            <p:nvPr>
              <p:custDataLst>
                <p:tags r:id="rId5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 fill="none">
                  <a:moveTo>
                    <a:pt x="317500" y="0"/>
                  </a:moveTo>
                  <a:arcTo wR="317500" hR="317500" stAng="-5400000" swAng="216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30" name="Harvey 1/100 [1]">
              <a:extLst>
                <a:ext uri="{FF2B5EF4-FFF2-40B4-BE49-F238E27FC236}">
                  <a16:creationId xmlns:a16="http://schemas.microsoft.com/office/drawing/2014/main" id="{BACD6AAA-4A1C-46BE-B491-9A4A9C7C56F3}"/>
                </a:ext>
              </a:extLst>
            </p:cNvPr>
            <p:cNvSpPr>
              <a:spLocks noChangeAspect="1"/>
            </p:cNvSpPr>
            <p:nvPr>
              <p:custDataLst>
                <p:tags r:id="rId5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37435" y="626"/>
                  </a:moveTo>
                  <a:arcTo wR="317500" hR="317500" stAng="-5184000" swAng="21384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31" name="Harvey 2/100 [2]">
              <a:extLst>
                <a:ext uri="{FF2B5EF4-FFF2-40B4-BE49-F238E27FC236}">
                  <a16:creationId xmlns:a16="http://schemas.microsoft.com/office/drawing/2014/main" id="{701024C3-4DEF-477C-9CFB-100E0303499E}"/>
                </a:ext>
              </a:extLst>
            </p:cNvPr>
            <p:cNvSpPr>
              <a:spLocks noChangeAspect="1"/>
            </p:cNvSpPr>
            <p:nvPr>
              <p:custDataLst>
                <p:tags r:id="rId5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3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57293" y="2503"/>
                  </a:moveTo>
                  <a:arcTo wR="317500" hR="317500" stAng="-4968000" swAng="2116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32" name="Harvey 3/100 [3]">
              <a:extLst>
                <a:ext uri="{FF2B5EF4-FFF2-40B4-BE49-F238E27FC236}">
                  <a16:creationId xmlns:a16="http://schemas.microsoft.com/office/drawing/2014/main" id="{46A461CD-8D28-4422-AF2A-8267EFA51CAD}"/>
                </a:ext>
              </a:extLst>
            </p:cNvPr>
            <p:cNvSpPr>
              <a:spLocks noChangeAspect="1"/>
            </p:cNvSpPr>
            <p:nvPr>
              <p:custDataLst>
                <p:tags r:id="rId5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47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76993" y="5623"/>
                  </a:moveTo>
                  <a:arcTo wR="317500" hR="317500" stAng="-4752000" swAng="2095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33" name="Harvey 4/100 [4]">
              <a:extLst>
                <a:ext uri="{FF2B5EF4-FFF2-40B4-BE49-F238E27FC236}">
                  <a16:creationId xmlns:a16="http://schemas.microsoft.com/office/drawing/2014/main" id="{0A337C3A-F021-437D-9E3D-FDE5AF266029}"/>
                </a:ext>
              </a:extLst>
            </p:cNvPr>
            <p:cNvSpPr>
              <a:spLocks noChangeAspect="1"/>
            </p:cNvSpPr>
            <p:nvPr>
              <p:custDataLst>
                <p:tags r:id="rId5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6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96459" y="9974"/>
                  </a:moveTo>
                  <a:arcTo wR="317500" hR="317500" stAng="-4536000" swAng="20735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35" name="Harvey 5/100 [5]">
              <a:extLst>
                <a:ext uri="{FF2B5EF4-FFF2-40B4-BE49-F238E27FC236}">
                  <a16:creationId xmlns:a16="http://schemas.microsoft.com/office/drawing/2014/main" id="{BDF66AF7-3D75-4118-B7E6-241B2C41B2C9}"/>
                </a:ext>
              </a:extLst>
            </p:cNvPr>
            <p:cNvSpPr>
              <a:spLocks noChangeAspect="1"/>
            </p:cNvSpPr>
            <p:nvPr>
              <p:custDataLst>
                <p:tags r:id="rId5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8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15612" y="15539"/>
                  </a:moveTo>
                  <a:arcTo wR="317500" hR="317500" stAng="-4320000" swAng="2052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36" name="Harvey 6/100 [6]">
              <a:extLst>
                <a:ext uri="{FF2B5EF4-FFF2-40B4-BE49-F238E27FC236}">
                  <a16:creationId xmlns:a16="http://schemas.microsoft.com/office/drawing/2014/main" id="{E74E7438-4315-4097-9BA7-F0CE3252AC14}"/>
                </a:ext>
              </a:extLst>
            </p:cNvPr>
            <p:cNvSpPr>
              <a:spLocks noChangeAspect="1"/>
            </p:cNvSpPr>
            <p:nvPr>
              <p:custDataLst>
                <p:tags r:id="rId5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95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34379" y="22295"/>
                  </a:moveTo>
                  <a:arcTo wR="317500" hR="317500" stAng="-4104000" swAng="20304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37" name="Harvey 7/100 [7]">
              <a:extLst>
                <a:ext uri="{FF2B5EF4-FFF2-40B4-BE49-F238E27FC236}">
                  <a16:creationId xmlns:a16="http://schemas.microsoft.com/office/drawing/2014/main" id="{FEBA4E91-97BB-4DAC-B193-66FA4828DB26}"/>
                </a:ext>
              </a:extLst>
            </p:cNvPr>
            <p:cNvSpPr>
              <a:spLocks noChangeAspect="1"/>
            </p:cNvSpPr>
            <p:nvPr>
              <p:custDataLst>
                <p:tags r:id="rId5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1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52684" y="30217"/>
                  </a:moveTo>
                  <a:arcTo wR="317500" hR="317500" stAng="-3888000" swAng="20087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38" name="Harvey 8/100 [8]">
              <a:extLst>
                <a:ext uri="{FF2B5EF4-FFF2-40B4-BE49-F238E27FC236}">
                  <a16:creationId xmlns:a16="http://schemas.microsoft.com/office/drawing/2014/main" id="{EEB85E02-177B-40CF-B926-A4423CC7C827}"/>
                </a:ext>
              </a:extLst>
            </p:cNvPr>
            <p:cNvSpPr>
              <a:spLocks noChangeAspect="1"/>
            </p:cNvSpPr>
            <p:nvPr>
              <p:custDataLst>
                <p:tags r:id="rId5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2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70456" y="39272"/>
                  </a:moveTo>
                  <a:arcTo wR="317500" hR="317500" stAng="-3672000" swAng="1987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39" name="Harvey 9/100 [9]">
              <a:extLst>
                <a:ext uri="{FF2B5EF4-FFF2-40B4-BE49-F238E27FC236}">
                  <a16:creationId xmlns:a16="http://schemas.microsoft.com/office/drawing/2014/main" id="{C133BC7F-B0E3-404F-92D1-BB930C4F3311}"/>
                </a:ext>
              </a:extLst>
            </p:cNvPr>
            <p:cNvSpPr>
              <a:spLocks noChangeAspect="1"/>
            </p:cNvSpPr>
            <p:nvPr>
              <p:custDataLst>
                <p:tags r:id="rId6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4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87625" y="49425"/>
                  </a:moveTo>
                  <a:arcTo wR="317500" hR="317500" stAng="-3456000" swAng="1965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40" name="Harvey 10/100 [10]">
              <a:extLst>
                <a:ext uri="{FF2B5EF4-FFF2-40B4-BE49-F238E27FC236}">
                  <a16:creationId xmlns:a16="http://schemas.microsoft.com/office/drawing/2014/main" id="{F2FB72A6-CDF7-48B3-A3B8-5A5FC061802C}"/>
                </a:ext>
              </a:extLst>
            </p:cNvPr>
            <p:cNvSpPr>
              <a:spLocks noChangeAspect="1"/>
            </p:cNvSpPr>
            <p:nvPr>
              <p:custDataLst>
                <p:tags r:id="rId6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04121" y="60637"/>
                  </a:moveTo>
                  <a:arcTo wR="317500" hR="317500" stAng="-3240000" swAng="1944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41" name="Harvey 11/100 [11]">
              <a:extLst>
                <a:ext uri="{FF2B5EF4-FFF2-40B4-BE49-F238E27FC236}">
                  <a16:creationId xmlns:a16="http://schemas.microsoft.com/office/drawing/2014/main" id="{F3110C8B-1B18-4579-AB3F-0F4A0840CF38}"/>
                </a:ext>
              </a:extLst>
            </p:cNvPr>
            <p:cNvSpPr>
              <a:spLocks noChangeAspect="1"/>
            </p:cNvSpPr>
            <p:nvPr>
              <p:custDataLst>
                <p:tags r:id="rId6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37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19882" y="72862"/>
                  </a:moveTo>
                  <a:arcTo wR="317500" hR="317500" stAng="-3024000" swAng="19224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42" name="Harvey 12/100 [12]">
              <a:extLst>
                <a:ext uri="{FF2B5EF4-FFF2-40B4-BE49-F238E27FC236}">
                  <a16:creationId xmlns:a16="http://schemas.microsoft.com/office/drawing/2014/main" id="{84A1B722-E5AC-45F7-9498-7FF502B6FA2B}"/>
                </a:ext>
              </a:extLst>
            </p:cNvPr>
            <p:cNvSpPr>
              <a:spLocks noChangeAspect="1"/>
            </p:cNvSpPr>
            <p:nvPr>
              <p:custDataLst>
                <p:tags r:id="rId6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591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34843" y="86052"/>
                  </a:moveTo>
                  <a:arcTo wR="317500" hR="317500" stAng="-2808000" swAng="1900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43" name="Harvey 13/100 [13]">
              <a:extLst>
                <a:ext uri="{FF2B5EF4-FFF2-40B4-BE49-F238E27FC236}">
                  <a16:creationId xmlns:a16="http://schemas.microsoft.com/office/drawing/2014/main" id="{A5599F20-B957-4DF9-8B04-F2B77AAF0BDB}"/>
                </a:ext>
              </a:extLst>
            </p:cNvPr>
            <p:cNvSpPr>
              <a:spLocks noChangeAspect="1"/>
            </p:cNvSpPr>
            <p:nvPr>
              <p:custDataLst>
                <p:tags r:id="rId6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80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48947" y="100156"/>
                  </a:moveTo>
                  <a:arcTo wR="317500" hR="317500" stAng="-2591999" swAng="1879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44" name="Harvey 14/100 [14]">
              <a:extLst>
                <a:ext uri="{FF2B5EF4-FFF2-40B4-BE49-F238E27FC236}">
                  <a16:creationId xmlns:a16="http://schemas.microsoft.com/office/drawing/2014/main" id="{F74357FC-EB3D-46C4-B56A-5007C9F4FB84}"/>
                </a:ext>
              </a:extLst>
            </p:cNvPr>
            <p:cNvSpPr>
              <a:spLocks noChangeAspect="1"/>
            </p:cNvSpPr>
            <p:nvPr>
              <p:custDataLst>
                <p:tags r:id="rId6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302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62137" y="115117"/>
                  </a:moveTo>
                  <a:arcTo wR="317500" hR="317500" stAng="-2375999" swAng="1857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45" name="Harvey 15/100 [15]">
              <a:extLst>
                <a:ext uri="{FF2B5EF4-FFF2-40B4-BE49-F238E27FC236}">
                  <a16:creationId xmlns:a16="http://schemas.microsoft.com/office/drawing/2014/main" id="{32E8E8F3-9DBC-46F4-9700-CAF071913650}"/>
                </a:ext>
              </a:extLst>
            </p:cNvPr>
            <p:cNvSpPr>
              <a:spLocks noChangeAspect="1"/>
            </p:cNvSpPr>
            <p:nvPr>
              <p:custDataLst>
                <p:tags r:id="rId6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324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74362" y="130878"/>
                  </a:moveTo>
                  <a:arcTo wR="317500" hR="317500" stAng="-2160000" swAng="1836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46" name="Harvey 16/100 [16]">
              <a:extLst>
                <a:ext uri="{FF2B5EF4-FFF2-40B4-BE49-F238E27FC236}">
                  <a16:creationId xmlns:a16="http://schemas.microsoft.com/office/drawing/2014/main" id="{71360883-3CF3-4439-9568-E456C60454A8}"/>
                </a:ext>
              </a:extLst>
            </p:cNvPr>
            <p:cNvSpPr>
              <a:spLocks noChangeAspect="1"/>
            </p:cNvSpPr>
            <p:nvPr>
              <p:custDataLst>
                <p:tags r:id="rId6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345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85574" y="147374"/>
                  </a:moveTo>
                  <a:arcTo wR="317500" hR="317500" stAng="-1944000" swAng="18144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47" name="Harvey 17/100 [17]">
              <a:extLst>
                <a:ext uri="{FF2B5EF4-FFF2-40B4-BE49-F238E27FC236}">
                  <a16:creationId xmlns:a16="http://schemas.microsoft.com/office/drawing/2014/main" id="{AE88FC9E-FB95-4413-AE3E-B8BF504735B5}"/>
                </a:ext>
              </a:extLst>
            </p:cNvPr>
            <p:cNvSpPr>
              <a:spLocks noChangeAspect="1"/>
            </p:cNvSpPr>
            <p:nvPr>
              <p:custDataLst>
                <p:tags r:id="rId6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367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95727" y="164543"/>
                  </a:moveTo>
                  <a:arcTo wR="317500" hR="317500" stAng="-1727999" swAng="1792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48" name="Harvey 18/100 [18]">
              <a:extLst>
                <a:ext uri="{FF2B5EF4-FFF2-40B4-BE49-F238E27FC236}">
                  <a16:creationId xmlns:a16="http://schemas.microsoft.com/office/drawing/2014/main" id="{62593B83-E4BE-4CE8-9B0B-25AF9B7D4254}"/>
                </a:ext>
              </a:extLst>
            </p:cNvPr>
            <p:cNvSpPr>
              <a:spLocks noChangeAspect="1"/>
            </p:cNvSpPr>
            <p:nvPr>
              <p:custDataLst>
                <p:tags r:id="rId6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388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04782" y="182315"/>
                  </a:moveTo>
                  <a:arcTo wR="317500" hR="317500" stAng="-1512000" swAng="1771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49" name="Harvey 19/100 [19]">
              <a:extLst>
                <a:ext uri="{FF2B5EF4-FFF2-40B4-BE49-F238E27FC236}">
                  <a16:creationId xmlns:a16="http://schemas.microsoft.com/office/drawing/2014/main" id="{CD41838E-0172-403D-9B68-FD51310F5400}"/>
                </a:ext>
              </a:extLst>
            </p:cNvPr>
            <p:cNvSpPr>
              <a:spLocks noChangeAspect="1"/>
            </p:cNvSpPr>
            <p:nvPr>
              <p:custDataLst>
                <p:tags r:id="rId7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10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12704" y="200620"/>
                  </a:moveTo>
                  <a:arcTo wR="317500" hR="317500" stAng="-1295999" swAng="1749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50" name="Harvey 20/100 [20]">
              <a:extLst>
                <a:ext uri="{FF2B5EF4-FFF2-40B4-BE49-F238E27FC236}">
                  <a16:creationId xmlns:a16="http://schemas.microsoft.com/office/drawing/2014/main" id="{EDE3F4CF-CB3E-40C2-B070-AC09F1E8FBD5}"/>
                </a:ext>
              </a:extLst>
            </p:cNvPr>
            <p:cNvSpPr>
              <a:spLocks noChangeAspect="1"/>
            </p:cNvSpPr>
            <p:nvPr>
              <p:custDataLst>
                <p:tags r:id="rId7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32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19460" y="219387"/>
                  </a:moveTo>
                  <a:arcTo wR="317500" hR="317500" stAng="-1080000" swAng="1728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51" name="Harvey 21/100 [21]">
              <a:extLst>
                <a:ext uri="{FF2B5EF4-FFF2-40B4-BE49-F238E27FC236}">
                  <a16:creationId xmlns:a16="http://schemas.microsoft.com/office/drawing/2014/main" id="{CD8E25E7-83D2-4F78-92A7-435281704491}"/>
                </a:ext>
              </a:extLst>
            </p:cNvPr>
            <p:cNvSpPr>
              <a:spLocks noChangeAspect="1"/>
            </p:cNvSpPr>
            <p:nvPr>
              <p:custDataLst>
                <p:tags r:id="rId7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53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5025" y="238540"/>
                  </a:moveTo>
                  <a:arcTo wR="317500" hR="317500" stAng="-864000" swAng="17064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52" name="Harvey 22/100 [22]">
              <a:extLst>
                <a:ext uri="{FF2B5EF4-FFF2-40B4-BE49-F238E27FC236}">
                  <a16:creationId xmlns:a16="http://schemas.microsoft.com/office/drawing/2014/main" id="{C6A696FB-9EFC-47F6-9860-247C48C1FC3D}"/>
                </a:ext>
              </a:extLst>
            </p:cNvPr>
            <p:cNvSpPr>
              <a:spLocks noChangeAspect="1"/>
            </p:cNvSpPr>
            <p:nvPr>
              <p:custDataLst>
                <p:tags r:id="rId7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75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9376" y="258006"/>
                  </a:moveTo>
                  <a:arcTo wR="317500" hR="317500" stAng="-647999" swAng="1684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53" name="Harvey 23/100 [23]">
              <a:extLst>
                <a:ext uri="{FF2B5EF4-FFF2-40B4-BE49-F238E27FC236}">
                  <a16:creationId xmlns:a16="http://schemas.microsoft.com/office/drawing/2014/main" id="{252958D2-EE89-4FBF-BF7B-C8AFAD704413}"/>
                </a:ext>
              </a:extLst>
            </p:cNvPr>
            <p:cNvSpPr>
              <a:spLocks noChangeAspect="1"/>
            </p:cNvSpPr>
            <p:nvPr>
              <p:custDataLst>
                <p:tags r:id="rId7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96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2496" y="277706"/>
                  </a:moveTo>
                  <a:arcTo wR="317500" hR="317500" stAng="-432000" swAng="1663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54" name="Harvey 24/100 [24]">
              <a:extLst>
                <a:ext uri="{FF2B5EF4-FFF2-40B4-BE49-F238E27FC236}">
                  <a16:creationId xmlns:a16="http://schemas.microsoft.com/office/drawing/2014/main" id="{314E82DC-04B6-406C-9D65-1115F4D2AA22}"/>
                </a:ext>
              </a:extLst>
            </p:cNvPr>
            <p:cNvSpPr>
              <a:spLocks noChangeAspect="1"/>
            </p:cNvSpPr>
            <p:nvPr>
              <p:custDataLst>
                <p:tags r:id="rId7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183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4373" y="297564"/>
                  </a:moveTo>
                  <a:arcTo wR="317500" hR="317500" stAng="-216000" swAng="1641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55" name="Harvey 25/100 [25]">
              <a:extLst>
                <a:ext uri="{FF2B5EF4-FFF2-40B4-BE49-F238E27FC236}">
                  <a16:creationId xmlns:a16="http://schemas.microsoft.com/office/drawing/2014/main" id="{669D1B60-A74F-4296-8610-F3DCDDC15022}"/>
                </a:ext>
              </a:extLst>
            </p:cNvPr>
            <p:cNvSpPr>
              <a:spLocks noChangeAspect="1"/>
            </p:cNvSpPr>
            <p:nvPr>
              <p:custDataLst>
                <p:tags r:id="rId7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4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5000" y="317500"/>
                  </a:moveTo>
                  <a:arcTo wR="317500" hR="317500" stAng="0" swAng="162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56" name="Harvey 26/100 [26]">
              <a:extLst>
                <a:ext uri="{FF2B5EF4-FFF2-40B4-BE49-F238E27FC236}">
                  <a16:creationId xmlns:a16="http://schemas.microsoft.com/office/drawing/2014/main" id="{FF6DD112-04B6-4656-AB9D-1F9950FEE2D9}"/>
                </a:ext>
              </a:extLst>
            </p:cNvPr>
            <p:cNvSpPr>
              <a:spLocks noChangeAspect="1"/>
            </p:cNvSpPr>
            <p:nvPr>
              <p:custDataLst>
                <p:tags r:id="rId7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61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4373" y="337435"/>
                  </a:moveTo>
                  <a:arcTo wR="317500" hR="317500" stAng="216000" swAng="15983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57" name="Harvey 27/100 [27]">
              <a:extLst>
                <a:ext uri="{FF2B5EF4-FFF2-40B4-BE49-F238E27FC236}">
                  <a16:creationId xmlns:a16="http://schemas.microsoft.com/office/drawing/2014/main" id="{E2928B53-FC5C-427C-AE65-9286773D84B2}"/>
                </a:ext>
              </a:extLst>
            </p:cNvPr>
            <p:cNvSpPr>
              <a:spLocks noChangeAspect="1"/>
            </p:cNvSpPr>
            <p:nvPr>
              <p:custDataLst>
                <p:tags r:id="rId7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83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2496" y="357293"/>
                  </a:moveTo>
                  <a:arcTo wR="317500" hR="317500" stAng="432000" swAng="1576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58" name="Harvey 28/100 [28]">
              <a:extLst>
                <a:ext uri="{FF2B5EF4-FFF2-40B4-BE49-F238E27FC236}">
                  <a16:creationId xmlns:a16="http://schemas.microsoft.com/office/drawing/2014/main" id="{D8CF4F20-8FEC-47FF-9B86-E818143B2C19}"/>
                </a:ext>
              </a:extLst>
            </p:cNvPr>
            <p:cNvSpPr>
              <a:spLocks noChangeAspect="1"/>
            </p:cNvSpPr>
            <p:nvPr>
              <p:custDataLst>
                <p:tags r:id="rId7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04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9376" y="376993"/>
                  </a:moveTo>
                  <a:arcTo wR="317500" hR="317500" stAng="648000" swAng="1555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59" name="Harvey 29/100 [29]">
              <a:extLst>
                <a:ext uri="{FF2B5EF4-FFF2-40B4-BE49-F238E27FC236}">
                  <a16:creationId xmlns:a16="http://schemas.microsoft.com/office/drawing/2014/main" id="{E1AF074D-4599-4D0E-8078-66303FEBDE44}"/>
                </a:ext>
              </a:extLst>
            </p:cNvPr>
            <p:cNvSpPr>
              <a:spLocks noChangeAspect="1"/>
            </p:cNvSpPr>
            <p:nvPr>
              <p:custDataLst>
                <p:tags r:id="rId8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263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5025" y="396459"/>
                  </a:moveTo>
                  <a:arcTo wR="317500" hR="317500" stAng="863999" swAng="1533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60" name="Harvey 30/100 [30]">
              <a:extLst>
                <a:ext uri="{FF2B5EF4-FFF2-40B4-BE49-F238E27FC236}">
                  <a16:creationId xmlns:a16="http://schemas.microsoft.com/office/drawing/2014/main" id="{2DF9C982-C062-4899-8A5F-20F49AD9E1B5}"/>
                </a:ext>
              </a:extLst>
            </p:cNvPr>
            <p:cNvSpPr>
              <a:spLocks noChangeAspect="1"/>
            </p:cNvSpPr>
            <p:nvPr>
              <p:custDataLst>
                <p:tags r:id="rId8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48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19460" y="415612"/>
                  </a:moveTo>
                  <a:arcTo wR="317500" hR="317500" stAng="1080000" swAng="15119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61" name="Harvey 31/100 [31]">
              <a:extLst>
                <a:ext uri="{FF2B5EF4-FFF2-40B4-BE49-F238E27FC236}">
                  <a16:creationId xmlns:a16="http://schemas.microsoft.com/office/drawing/2014/main" id="{E98CD797-9DD9-4143-9058-D1ABF95E7406}"/>
                </a:ext>
              </a:extLst>
            </p:cNvPr>
            <p:cNvSpPr>
              <a:spLocks noChangeAspect="1"/>
            </p:cNvSpPr>
            <p:nvPr>
              <p:custDataLst>
                <p:tags r:id="rId8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69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12704" y="434379"/>
                  </a:moveTo>
                  <a:arcTo wR="317500" hR="317500" stAng="1295999" swAng="14903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62" name="Harvey 32/100 [32]">
              <a:extLst>
                <a:ext uri="{FF2B5EF4-FFF2-40B4-BE49-F238E27FC236}">
                  <a16:creationId xmlns:a16="http://schemas.microsoft.com/office/drawing/2014/main" id="{39029FE4-844F-47DA-8FEF-FB68673FF10C}"/>
                </a:ext>
              </a:extLst>
            </p:cNvPr>
            <p:cNvSpPr>
              <a:spLocks noChangeAspect="1"/>
            </p:cNvSpPr>
            <p:nvPr>
              <p:custDataLst>
                <p:tags r:id="rId8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91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04782" y="452684"/>
                  </a:moveTo>
                  <a:arcTo wR="317500" hR="317500" stAng="1512000" swAng="14687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63" name="Harvey 33/100 [33]">
              <a:extLst>
                <a:ext uri="{FF2B5EF4-FFF2-40B4-BE49-F238E27FC236}">
                  <a16:creationId xmlns:a16="http://schemas.microsoft.com/office/drawing/2014/main" id="{B99AA4D4-9C74-447B-89EF-8FD268FF95EE}"/>
                </a:ext>
              </a:extLst>
            </p:cNvPr>
            <p:cNvSpPr>
              <a:spLocks noChangeAspect="1"/>
            </p:cNvSpPr>
            <p:nvPr>
              <p:custDataLst>
                <p:tags r:id="rId8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12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95727" y="470456"/>
                  </a:moveTo>
                  <a:arcTo wR="317500" hR="317500" stAng="1728000" swAng="1447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64" name="Harvey 34/100 [34]">
              <a:extLst>
                <a:ext uri="{FF2B5EF4-FFF2-40B4-BE49-F238E27FC236}">
                  <a16:creationId xmlns:a16="http://schemas.microsoft.com/office/drawing/2014/main" id="{0880CCDE-4DDE-49A8-AFB2-FDDCE314B4D3}"/>
                </a:ext>
              </a:extLst>
            </p:cNvPr>
            <p:cNvSpPr>
              <a:spLocks noChangeAspect="1"/>
            </p:cNvSpPr>
            <p:nvPr>
              <p:custDataLst>
                <p:tags r:id="rId8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34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85574" y="487625"/>
                  </a:moveTo>
                  <a:arcTo wR="317500" hR="317500" stAng="1944000" swAng="14255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65" name="Harvey 35/100 [35]">
              <a:extLst>
                <a:ext uri="{FF2B5EF4-FFF2-40B4-BE49-F238E27FC236}">
                  <a16:creationId xmlns:a16="http://schemas.microsoft.com/office/drawing/2014/main" id="{F37E834A-F9D8-4623-BC85-60359856CCD0}"/>
                </a:ext>
              </a:extLst>
            </p:cNvPr>
            <p:cNvSpPr>
              <a:spLocks noChangeAspect="1"/>
            </p:cNvSpPr>
            <p:nvPr>
              <p:custDataLst>
                <p:tags r:id="rId8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559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74362" y="504121"/>
                  </a:moveTo>
                  <a:arcTo wR="317500" hR="317500" stAng="2159999" swAng="1404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66" name="Harvey 36/100 [36]">
              <a:extLst>
                <a:ext uri="{FF2B5EF4-FFF2-40B4-BE49-F238E27FC236}">
                  <a16:creationId xmlns:a16="http://schemas.microsoft.com/office/drawing/2014/main" id="{15163940-B229-4368-B727-3714123C78AB}"/>
                </a:ext>
              </a:extLst>
            </p:cNvPr>
            <p:cNvSpPr>
              <a:spLocks noChangeAspect="1"/>
            </p:cNvSpPr>
            <p:nvPr>
              <p:custDataLst>
                <p:tags r:id="rId8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77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62137" y="519882"/>
                  </a:moveTo>
                  <a:arcTo wR="317500" hR="317500" stAng="2375999" swAng="13824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67" name="Harvey 37/100 [37]">
              <a:extLst>
                <a:ext uri="{FF2B5EF4-FFF2-40B4-BE49-F238E27FC236}">
                  <a16:creationId xmlns:a16="http://schemas.microsoft.com/office/drawing/2014/main" id="{64BAECDC-27C7-4333-B9D8-59DE42A1B1AA}"/>
                </a:ext>
              </a:extLst>
            </p:cNvPr>
            <p:cNvSpPr>
              <a:spLocks noChangeAspect="1"/>
            </p:cNvSpPr>
            <p:nvPr>
              <p:custDataLst>
                <p:tags r:id="rId8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991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48947" y="534843"/>
                  </a:moveTo>
                  <a:arcTo wR="317500" hR="317500" stAng="2591999" swAng="1360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68" name="Harvey 38/100 [38]">
              <a:extLst>
                <a:ext uri="{FF2B5EF4-FFF2-40B4-BE49-F238E27FC236}">
                  <a16:creationId xmlns:a16="http://schemas.microsoft.com/office/drawing/2014/main" id="{4F018A0A-A74A-4E47-BC47-203679D4F8C0}"/>
                </a:ext>
              </a:extLst>
            </p:cNvPr>
            <p:cNvSpPr>
              <a:spLocks noChangeAspect="1"/>
            </p:cNvSpPr>
            <p:nvPr>
              <p:custDataLst>
                <p:tags r:id="rId8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20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34843" y="548947"/>
                  </a:moveTo>
                  <a:arcTo wR="317500" hR="317500" stAng="2808000" swAng="1339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69" name="Harvey 39/100 [39]">
              <a:extLst>
                <a:ext uri="{FF2B5EF4-FFF2-40B4-BE49-F238E27FC236}">
                  <a16:creationId xmlns:a16="http://schemas.microsoft.com/office/drawing/2014/main" id="{ACA75957-9FDB-46A2-82EC-77103CBEAC52}"/>
                </a:ext>
              </a:extLst>
            </p:cNvPr>
            <p:cNvSpPr>
              <a:spLocks noChangeAspect="1"/>
            </p:cNvSpPr>
            <p:nvPr>
              <p:custDataLst>
                <p:tags r:id="rId9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42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19882" y="562137"/>
                  </a:moveTo>
                  <a:arcTo wR="317500" hR="317500" stAng="3024000" swAng="1317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70" name="Harvey 40/100 [40]">
              <a:extLst>
                <a:ext uri="{FF2B5EF4-FFF2-40B4-BE49-F238E27FC236}">
                  <a16:creationId xmlns:a16="http://schemas.microsoft.com/office/drawing/2014/main" id="{025DFA7F-A073-422A-8D20-E27D1ABE4342}"/>
                </a:ext>
              </a:extLst>
            </p:cNvPr>
            <p:cNvSpPr>
              <a:spLocks noChangeAspect="1"/>
            </p:cNvSpPr>
            <p:nvPr>
              <p:custDataLst>
                <p:tags r:id="rId9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64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04121" y="574362"/>
                  </a:moveTo>
                  <a:arcTo wR="317500" hR="317500" stAng="3240000" swAng="1296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71" name="Harvey 41/100 [41]">
              <a:extLst>
                <a:ext uri="{FF2B5EF4-FFF2-40B4-BE49-F238E27FC236}">
                  <a16:creationId xmlns:a16="http://schemas.microsoft.com/office/drawing/2014/main" id="{BF311CE9-A4CB-4965-8F0F-5B6811E9FB20}"/>
                </a:ext>
              </a:extLst>
            </p:cNvPr>
            <p:cNvSpPr>
              <a:spLocks noChangeAspect="1"/>
            </p:cNvSpPr>
            <p:nvPr>
              <p:custDataLst>
                <p:tags r:id="rId9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85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87625" y="585574"/>
                  </a:moveTo>
                  <a:arcTo wR="317500" hR="317500" stAng="3455999" swAng="12744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72" name="Harvey 42/100 [42]">
              <a:extLst>
                <a:ext uri="{FF2B5EF4-FFF2-40B4-BE49-F238E27FC236}">
                  <a16:creationId xmlns:a16="http://schemas.microsoft.com/office/drawing/2014/main" id="{1B415A3D-1E85-4E6A-8BAB-3BB56600BA4F}"/>
                </a:ext>
              </a:extLst>
            </p:cNvPr>
            <p:cNvSpPr>
              <a:spLocks noChangeAspect="1"/>
            </p:cNvSpPr>
            <p:nvPr>
              <p:custDataLst>
                <p:tags r:id="rId9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907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70456" y="595727"/>
                  </a:moveTo>
                  <a:arcTo wR="317500" hR="317500" stAng="3671999" swAng="1252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73" name="Harvey 43/100 [43]">
              <a:extLst>
                <a:ext uri="{FF2B5EF4-FFF2-40B4-BE49-F238E27FC236}">
                  <a16:creationId xmlns:a16="http://schemas.microsoft.com/office/drawing/2014/main" id="{7EAD6077-4487-4E7D-846D-445E65B5291C}"/>
                </a:ext>
              </a:extLst>
            </p:cNvPr>
            <p:cNvSpPr>
              <a:spLocks noChangeAspect="1"/>
            </p:cNvSpPr>
            <p:nvPr>
              <p:custDataLst>
                <p:tags r:id="rId9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928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52684" y="604782"/>
                  </a:moveTo>
                  <a:arcTo wR="317500" hR="317500" stAng="3888000" swAng="1231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74" name="Harvey 44/100 [44]">
              <a:extLst>
                <a:ext uri="{FF2B5EF4-FFF2-40B4-BE49-F238E27FC236}">
                  <a16:creationId xmlns:a16="http://schemas.microsoft.com/office/drawing/2014/main" id="{4B57ADAF-4A83-4CB4-8920-E2B9F994E83E}"/>
                </a:ext>
              </a:extLst>
            </p:cNvPr>
            <p:cNvSpPr>
              <a:spLocks noChangeAspect="1"/>
            </p:cNvSpPr>
            <p:nvPr>
              <p:custDataLst>
                <p:tags r:id="rId9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950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34379" y="612704"/>
                  </a:moveTo>
                  <a:arcTo wR="317500" hR="317500" stAng="4104000" swAng="1209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75" name="Harvey 45/100 [45]">
              <a:extLst>
                <a:ext uri="{FF2B5EF4-FFF2-40B4-BE49-F238E27FC236}">
                  <a16:creationId xmlns:a16="http://schemas.microsoft.com/office/drawing/2014/main" id="{FF3E5416-AC43-4CBB-A32A-A966ED03106F}"/>
                </a:ext>
              </a:extLst>
            </p:cNvPr>
            <p:cNvSpPr>
              <a:spLocks noChangeAspect="1"/>
            </p:cNvSpPr>
            <p:nvPr>
              <p:custDataLst>
                <p:tags r:id="rId9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972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15612" y="619460"/>
                  </a:moveTo>
                  <a:arcTo wR="317500" hR="317500" stAng="4320000" swAng="1188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76" name="Harvey 46/100 [46]">
              <a:extLst>
                <a:ext uri="{FF2B5EF4-FFF2-40B4-BE49-F238E27FC236}">
                  <a16:creationId xmlns:a16="http://schemas.microsoft.com/office/drawing/2014/main" id="{49AFF9C1-C19A-487C-A4C1-47DA87277C3B}"/>
                </a:ext>
              </a:extLst>
            </p:cNvPr>
            <p:cNvSpPr>
              <a:spLocks noChangeAspect="1"/>
            </p:cNvSpPr>
            <p:nvPr>
              <p:custDataLst>
                <p:tags r:id="rId9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993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96459" y="625025"/>
                  </a:moveTo>
                  <a:arcTo wR="317500" hR="317500" stAng="4536000" swAng="11664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77" name="Harvey 47/100 [47]">
              <a:extLst>
                <a:ext uri="{FF2B5EF4-FFF2-40B4-BE49-F238E27FC236}">
                  <a16:creationId xmlns:a16="http://schemas.microsoft.com/office/drawing/2014/main" id="{F35AEE09-D82F-438F-9D01-96C6876241F1}"/>
                </a:ext>
              </a:extLst>
            </p:cNvPr>
            <p:cNvSpPr>
              <a:spLocks noChangeAspect="1"/>
            </p:cNvSpPr>
            <p:nvPr>
              <p:custDataLst>
                <p:tags r:id="rId9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15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76993" y="629376"/>
                  </a:moveTo>
                  <a:arcTo wR="317500" hR="317500" stAng="4751999" swAng="1144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78" name="Harvey 48/100 [48]">
              <a:extLst>
                <a:ext uri="{FF2B5EF4-FFF2-40B4-BE49-F238E27FC236}">
                  <a16:creationId xmlns:a16="http://schemas.microsoft.com/office/drawing/2014/main" id="{4FC3325B-EEB2-4420-9715-1149CEACE9AC}"/>
                </a:ext>
              </a:extLst>
            </p:cNvPr>
            <p:cNvSpPr>
              <a:spLocks noChangeAspect="1"/>
            </p:cNvSpPr>
            <p:nvPr>
              <p:custDataLst>
                <p:tags r:id="rId9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367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57293" y="632496"/>
                  </a:moveTo>
                  <a:arcTo wR="317500" hR="317500" stAng="4967999" swAng="1123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79" name="Harvey 49/100 [49]">
              <a:extLst>
                <a:ext uri="{FF2B5EF4-FFF2-40B4-BE49-F238E27FC236}">
                  <a16:creationId xmlns:a16="http://schemas.microsoft.com/office/drawing/2014/main" id="{3BE00D50-8FCE-4E11-AA24-10B621732F20}"/>
                </a:ext>
              </a:extLst>
            </p:cNvPr>
            <p:cNvSpPr>
              <a:spLocks noChangeAspect="1"/>
            </p:cNvSpPr>
            <p:nvPr>
              <p:custDataLst>
                <p:tags r:id="rId10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58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37435" y="634373"/>
                  </a:moveTo>
                  <a:arcTo wR="317500" hR="317500" stAng="5184000" swAng="1101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80" name="Harvey 50/100 [50]">
              <a:extLst>
                <a:ext uri="{FF2B5EF4-FFF2-40B4-BE49-F238E27FC236}">
                  <a16:creationId xmlns:a16="http://schemas.microsoft.com/office/drawing/2014/main" id="{97083993-8BFD-443F-A3A3-D28EF389CE2B}"/>
                </a:ext>
              </a:extLst>
            </p:cNvPr>
            <p:cNvSpPr>
              <a:spLocks noChangeAspect="1"/>
            </p:cNvSpPr>
            <p:nvPr>
              <p:custDataLst>
                <p:tags r:id="rId10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8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17500" y="635000"/>
                  </a:moveTo>
                  <a:arcTo wR="317500" hR="317500" stAng="5400000" swAng="108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81" name="Harvey 51/100 [51]">
              <a:extLst>
                <a:ext uri="{FF2B5EF4-FFF2-40B4-BE49-F238E27FC236}">
                  <a16:creationId xmlns:a16="http://schemas.microsoft.com/office/drawing/2014/main" id="{BDE38762-18E9-47FF-895E-325F5976ECAA}"/>
                </a:ext>
              </a:extLst>
            </p:cNvPr>
            <p:cNvSpPr>
              <a:spLocks noChangeAspect="1"/>
            </p:cNvSpPr>
            <p:nvPr>
              <p:custDataLst>
                <p:tags r:id="rId10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101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97564" y="634373"/>
                  </a:moveTo>
                  <a:arcTo wR="317500" hR="317500" stAng="5616000" swAng="10584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82" name="Harvey 52/100 [52]">
              <a:extLst>
                <a:ext uri="{FF2B5EF4-FFF2-40B4-BE49-F238E27FC236}">
                  <a16:creationId xmlns:a16="http://schemas.microsoft.com/office/drawing/2014/main" id="{785EAA21-FBCD-46DC-8430-7AB12F5A66AF}"/>
                </a:ext>
              </a:extLst>
            </p:cNvPr>
            <p:cNvSpPr>
              <a:spLocks noChangeAspect="1"/>
            </p:cNvSpPr>
            <p:nvPr>
              <p:custDataLst>
                <p:tags r:id="rId10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123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77706" y="632496"/>
                  </a:moveTo>
                  <a:arcTo wR="317500" hR="317500" stAng="5832000" swAng="10367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83" name="Harvey 53/100 [53]">
              <a:extLst>
                <a:ext uri="{FF2B5EF4-FFF2-40B4-BE49-F238E27FC236}">
                  <a16:creationId xmlns:a16="http://schemas.microsoft.com/office/drawing/2014/main" id="{858D54BA-F4A5-4C67-830E-E85FF6EE735D}"/>
                </a:ext>
              </a:extLst>
            </p:cNvPr>
            <p:cNvSpPr>
              <a:spLocks noChangeAspect="1"/>
            </p:cNvSpPr>
            <p:nvPr>
              <p:custDataLst>
                <p:tags r:id="rId10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144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58006" y="629376"/>
                  </a:moveTo>
                  <a:arcTo wR="317500" hR="317500" stAng="6048000" swAng="1015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84" name="Harvey 54/100 [54]">
              <a:extLst>
                <a:ext uri="{FF2B5EF4-FFF2-40B4-BE49-F238E27FC236}">
                  <a16:creationId xmlns:a16="http://schemas.microsoft.com/office/drawing/2014/main" id="{AC41BD7B-E1FA-4AED-B11C-E03936A672E6}"/>
                </a:ext>
              </a:extLst>
            </p:cNvPr>
            <p:cNvSpPr>
              <a:spLocks noChangeAspect="1"/>
            </p:cNvSpPr>
            <p:nvPr>
              <p:custDataLst>
                <p:tags r:id="rId10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166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38540" y="625025"/>
                  </a:moveTo>
                  <a:arcTo wR="317500" hR="317500" stAng="6264000" swAng="993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85" name="Harvey 55/100 [55]">
              <a:extLst>
                <a:ext uri="{FF2B5EF4-FFF2-40B4-BE49-F238E27FC236}">
                  <a16:creationId xmlns:a16="http://schemas.microsoft.com/office/drawing/2014/main" id="{BAF901A0-5FD1-4B29-9AF9-DB8B19412429}"/>
                </a:ext>
              </a:extLst>
            </p:cNvPr>
            <p:cNvSpPr>
              <a:spLocks noChangeAspect="1"/>
            </p:cNvSpPr>
            <p:nvPr>
              <p:custDataLst>
                <p:tags r:id="rId10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188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19387" y="619460"/>
                  </a:moveTo>
                  <a:arcTo wR="317500" hR="317500" stAng="6480000" swAng="9719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86" name="Harvey 56/100 [56]">
              <a:extLst>
                <a:ext uri="{FF2B5EF4-FFF2-40B4-BE49-F238E27FC236}">
                  <a16:creationId xmlns:a16="http://schemas.microsoft.com/office/drawing/2014/main" id="{3EFF555D-6B7F-481F-ADC2-746953BA7F97}"/>
                </a:ext>
              </a:extLst>
            </p:cNvPr>
            <p:cNvSpPr>
              <a:spLocks noChangeAspect="1"/>
            </p:cNvSpPr>
            <p:nvPr>
              <p:custDataLst>
                <p:tags r:id="rId10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09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00620" y="612704"/>
                  </a:moveTo>
                  <a:arcTo wR="317500" hR="317500" stAng="6696000" swAng="9503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87" name="Harvey 57/100 [57]">
              <a:extLst>
                <a:ext uri="{FF2B5EF4-FFF2-40B4-BE49-F238E27FC236}">
                  <a16:creationId xmlns:a16="http://schemas.microsoft.com/office/drawing/2014/main" id="{A4D3BE31-8C07-4912-AB8B-8331A665C238}"/>
                </a:ext>
              </a:extLst>
            </p:cNvPr>
            <p:cNvSpPr>
              <a:spLocks noChangeAspect="1"/>
            </p:cNvSpPr>
            <p:nvPr>
              <p:custDataLst>
                <p:tags r:id="rId10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31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82315" y="604782"/>
                  </a:moveTo>
                  <a:arcTo wR="317500" hR="317500" stAng="6911999" swAng="928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88" name="Harvey 58/100 [58]">
              <a:extLst>
                <a:ext uri="{FF2B5EF4-FFF2-40B4-BE49-F238E27FC236}">
                  <a16:creationId xmlns:a16="http://schemas.microsoft.com/office/drawing/2014/main" id="{E7B5A5D9-6DD2-4B0A-9557-7A7AF774103E}"/>
                </a:ext>
              </a:extLst>
            </p:cNvPr>
            <p:cNvSpPr>
              <a:spLocks noChangeAspect="1"/>
            </p:cNvSpPr>
            <p:nvPr>
              <p:custDataLst>
                <p:tags r:id="rId10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527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64543" y="595727"/>
                  </a:moveTo>
                  <a:arcTo wR="317500" hR="317500" stAng="7127999" swAng="907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89" name="Harvey 59/100 [59]">
              <a:extLst>
                <a:ext uri="{FF2B5EF4-FFF2-40B4-BE49-F238E27FC236}">
                  <a16:creationId xmlns:a16="http://schemas.microsoft.com/office/drawing/2014/main" id="{88458C0E-D234-4C86-A6CC-B8CD6C445F00}"/>
                </a:ext>
              </a:extLst>
            </p:cNvPr>
            <p:cNvSpPr>
              <a:spLocks noChangeAspect="1"/>
            </p:cNvSpPr>
            <p:nvPr>
              <p:custDataLst>
                <p:tags r:id="rId11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743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47374" y="585574"/>
                  </a:moveTo>
                  <a:arcTo wR="317500" hR="317500" stAng="7343999" swAng="885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90" name="Harvey 60/100 [60]">
              <a:extLst>
                <a:ext uri="{FF2B5EF4-FFF2-40B4-BE49-F238E27FC236}">
                  <a16:creationId xmlns:a16="http://schemas.microsoft.com/office/drawing/2014/main" id="{0924D2C6-D224-49FD-A4B8-312AFD605E78}"/>
                </a:ext>
              </a:extLst>
            </p:cNvPr>
            <p:cNvSpPr>
              <a:spLocks noChangeAspect="1"/>
            </p:cNvSpPr>
            <p:nvPr>
              <p:custDataLst>
                <p:tags r:id="rId11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96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30878" y="574362"/>
                  </a:moveTo>
                  <a:arcTo wR="317500" hR="317500" stAng="7560000" swAng="864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91" name="Harvey 61/100 [61]">
              <a:extLst>
                <a:ext uri="{FF2B5EF4-FFF2-40B4-BE49-F238E27FC236}">
                  <a16:creationId xmlns:a16="http://schemas.microsoft.com/office/drawing/2014/main" id="{F9FB23C2-D568-49AC-B8FD-0480EB019739}"/>
                </a:ext>
              </a:extLst>
            </p:cNvPr>
            <p:cNvSpPr>
              <a:spLocks noChangeAspect="1"/>
            </p:cNvSpPr>
            <p:nvPr>
              <p:custDataLst>
                <p:tags r:id="rId11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317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15117" y="562137"/>
                  </a:moveTo>
                  <a:arcTo wR="317500" hR="317500" stAng="7776000" swAng="8424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92" name="Harvey 62/100 [62]">
              <a:extLst>
                <a:ext uri="{FF2B5EF4-FFF2-40B4-BE49-F238E27FC236}">
                  <a16:creationId xmlns:a16="http://schemas.microsoft.com/office/drawing/2014/main" id="{9EF3159D-F4FB-4032-BCCB-55E6ED5EEFC7}"/>
                </a:ext>
              </a:extLst>
            </p:cNvPr>
            <p:cNvSpPr>
              <a:spLocks noChangeAspect="1"/>
            </p:cNvSpPr>
            <p:nvPr>
              <p:custDataLst>
                <p:tags r:id="rId11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339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00156" y="548947"/>
                  </a:moveTo>
                  <a:arcTo wR="317500" hR="317500" stAng="7991999" swAng="820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93" name="Harvey 63/100 [63]">
              <a:extLst>
                <a:ext uri="{FF2B5EF4-FFF2-40B4-BE49-F238E27FC236}">
                  <a16:creationId xmlns:a16="http://schemas.microsoft.com/office/drawing/2014/main" id="{9362C8EA-6D15-4E0C-8AE9-B1B50EB297B8}"/>
                </a:ext>
              </a:extLst>
            </p:cNvPr>
            <p:cNvSpPr>
              <a:spLocks noChangeAspect="1"/>
            </p:cNvSpPr>
            <p:nvPr>
              <p:custDataLst>
                <p:tags r:id="rId11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360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86052" y="534843"/>
                  </a:moveTo>
                  <a:arcTo wR="317500" hR="317500" stAng="8208000" swAng="7991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94" name="Harvey 64/100 [64]">
              <a:extLst>
                <a:ext uri="{FF2B5EF4-FFF2-40B4-BE49-F238E27FC236}">
                  <a16:creationId xmlns:a16="http://schemas.microsoft.com/office/drawing/2014/main" id="{91EB375D-1444-4BE3-A696-66272A1564CD}"/>
                </a:ext>
              </a:extLst>
            </p:cNvPr>
            <p:cNvSpPr>
              <a:spLocks noChangeAspect="1"/>
            </p:cNvSpPr>
            <p:nvPr>
              <p:custDataLst>
                <p:tags r:id="rId11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382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72862" y="519882"/>
                  </a:moveTo>
                  <a:arcTo wR="317500" hR="317500" stAng="8424000" swAng="777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95" name="Harvey 65/100 [65]">
              <a:extLst>
                <a:ext uri="{FF2B5EF4-FFF2-40B4-BE49-F238E27FC236}">
                  <a16:creationId xmlns:a16="http://schemas.microsoft.com/office/drawing/2014/main" id="{9A3002B1-5D17-4BCB-9A44-B2FB4025D02F}"/>
                </a:ext>
              </a:extLst>
            </p:cNvPr>
            <p:cNvSpPr>
              <a:spLocks noChangeAspect="1"/>
            </p:cNvSpPr>
            <p:nvPr>
              <p:custDataLst>
                <p:tags r:id="rId11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04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0637" y="504121"/>
                  </a:moveTo>
                  <a:arcTo wR="317500" hR="317500" stAng="8640000" swAng="7559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96" name="Harvey 66/100 [66]">
              <a:extLst>
                <a:ext uri="{FF2B5EF4-FFF2-40B4-BE49-F238E27FC236}">
                  <a16:creationId xmlns:a16="http://schemas.microsoft.com/office/drawing/2014/main" id="{E5F2FDE4-04B2-4A45-A685-14E0C51883A5}"/>
                </a:ext>
              </a:extLst>
            </p:cNvPr>
            <p:cNvSpPr>
              <a:spLocks noChangeAspect="1"/>
            </p:cNvSpPr>
            <p:nvPr>
              <p:custDataLst>
                <p:tags r:id="rId11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25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9425" y="487625"/>
                  </a:moveTo>
                  <a:arcTo wR="317500" hR="317500" stAng="8856000" swAng="7343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97" name="Harvey 67/100 [67]">
              <a:extLst>
                <a:ext uri="{FF2B5EF4-FFF2-40B4-BE49-F238E27FC236}">
                  <a16:creationId xmlns:a16="http://schemas.microsoft.com/office/drawing/2014/main" id="{D399A169-3845-4CD5-A62C-F4586F1FAFE8}"/>
                </a:ext>
              </a:extLst>
            </p:cNvPr>
            <p:cNvSpPr>
              <a:spLocks noChangeAspect="1"/>
            </p:cNvSpPr>
            <p:nvPr>
              <p:custDataLst>
                <p:tags r:id="rId11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47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9272" y="470456"/>
                  </a:moveTo>
                  <a:arcTo wR="317500" hR="317500" stAng="9072000" swAng="7127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98" name="Harvey 68/100 [68]">
              <a:extLst>
                <a:ext uri="{FF2B5EF4-FFF2-40B4-BE49-F238E27FC236}">
                  <a16:creationId xmlns:a16="http://schemas.microsoft.com/office/drawing/2014/main" id="{E12F5173-9960-47F5-9A91-B043294E14CB}"/>
                </a:ext>
              </a:extLst>
            </p:cNvPr>
            <p:cNvSpPr>
              <a:spLocks noChangeAspect="1"/>
            </p:cNvSpPr>
            <p:nvPr>
              <p:custDataLst>
                <p:tags r:id="rId11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68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0217" y="452684"/>
                  </a:moveTo>
                  <a:arcTo wR="317500" hR="317500" stAng="9288000" swAng="6911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99" name="Harvey 69/100 [69]">
              <a:extLst>
                <a:ext uri="{FF2B5EF4-FFF2-40B4-BE49-F238E27FC236}">
                  <a16:creationId xmlns:a16="http://schemas.microsoft.com/office/drawing/2014/main" id="{DD9B9229-3D3A-4706-BEEC-04C19A30C5C3}"/>
                </a:ext>
              </a:extLst>
            </p:cNvPr>
            <p:cNvSpPr>
              <a:spLocks noChangeAspect="1"/>
            </p:cNvSpPr>
            <p:nvPr>
              <p:custDataLst>
                <p:tags r:id="rId12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903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2295" y="434379"/>
                  </a:moveTo>
                  <a:arcTo wR="317500" hR="317500" stAng="9503999" swAng="669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00" name="Harvey 70/100 [70]">
              <a:extLst>
                <a:ext uri="{FF2B5EF4-FFF2-40B4-BE49-F238E27FC236}">
                  <a16:creationId xmlns:a16="http://schemas.microsoft.com/office/drawing/2014/main" id="{795A4CC8-0C08-491C-8D7F-95EC8E0E25B8}"/>
                </a:ext>
              </a:extLst>
            </p:cNvPr>
            <p:cNvSpPr>
              <a:spLocks noChangeAspect="1"/>
            </p:cNvSpPr>
            <p:nvPr>
              <p:custDataLst>
                <p:tags r:id="rId12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119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5539" y="415612"/>
                  </a:moveTo>
                  <a:arcTo wR="317500" hR="317500" stAng="9719999" swAng="648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01" name="Harvey 71/100 [71]">
              <a:extLst>
                <a:ext uri="{FF2B5EF4-FFF2-40B4-BE49-F238E27FC236}">
                  <a16:creationId xmlns:a16="http://schemas.microsoft.com/office/drawing/2014/main" id="{91862A76-5FCC-4C25-9A3F-A10651AC7725}"/>
                </a:ext>
              </a:extLst>
            </p:cNvPr>
            <p:cNvSpPr>
              <a:spLocks noChangeAspect="1"/>
            </p:cNvSpPr>
            <p:nvPr>
              <p:custDataLst>
                <p:tags r:id="rId12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33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9974" y="396459"/>
                  </a:moveTo>
                  <a:arcTo wR="317500" hR="317500" stAng="9936000" swAng="6264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02" name="Harvey 72/100 [72]">
              <a:extLst>
                <a:ext uri="{FF2B5EF4-FFF2-40B4-BE49-F238E27FC236}">
                  <a16:creationId xmlns:a16="http://schemas.microsoft.com/office/drawing/2014/main" id="{46969644-17D9-45C9-A88A-9A88622DCE45}"/>
                </a:ext>
              </a:extLst>
            </p:cNvPr>
            <p:cNvSpPr>
              <a:spLocks noChangeAspect="1"/>
            </p:cNvSpPr>
            <p:nvPr>
              <p:custDataLst>
                <p:tags r:id="rId12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55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623" y="376993"/>
                  </a:moveTo>
                  <a:arcTo wR="317500" hR="317500" stAng="10152000" swAng="604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03" name="Harvey 73/100 [73]">
              <a:extLst>
                <a:ext uri="{FF2B5EF4-FFF2-40B4-BE49-F238E27FC236}">
                  <a16:creationId xmlns:a16="http://schemas.microsoft.com/office/drawing/2014/main" id="{F89621F9-3ABB-450D-913E-7B467F289A9B}"/>
                </a:ext>
              </a:extLst>
            </p:cNvPr>
            <p:cNvSpPr>
              <a:spLocks noChangeAspect="1"/>
            </p:cNvSpPr>
            <p:nvPr>
              <p:custDataLst>
                <p:tags r:id="rId12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76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503" y="357293"/>
                  </a:moveTo>
                  <a:arcTo wR="317500" hR="317500" stAng="10368000" swAng="583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04" name="Harvey 74/100 [74]">
              <a:extLst>
                <a:ext uri="{FF2B5EF4-FFF2-40B4-BE49-F238E27FC236}">
                  <a16:creationId xmlns:a16="http://schemas.microsoft.com/office/drawing/2014/main" id="{89EE4B1F-E703-471D-8307-BFB9EDEDB9F7}"/>
                </a:ext>
              </a:extLst>
            </p:cNvPr>
            <p:cNvSpPr>
              <a:spLocks noChangeAspect="1"/>
            </p:cNvSpPr>
            <p:nvPr>
              <p:custDataLst>
                <p:tags r:id="rId12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983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6" y="337435"/>
                  </a:moveTo>
                  <a:arcTo wR="317500" hR="317500" stAng="10583999" swAng="561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05" name="Harvey 75/100 [75]">
              <a:extLst>
                <a:ext uri="{FF2B5EF4-FFF2-40B4-BE49-F238E27FC236}">
                  <a16:creationId xmlns:a16="http://schemas.microsoft.com/office/drawing/2014/main" id="{8AB2EEA8-04AC-4B6C-8D90-28093DB647E6}"/>
                </a:ext>
              </a:extLst>
            </p:cNvPr>
            <p:cNvSpPr>
              <a:spLocks noChangeAspect="1"/>
            </p:cNvSpPr>
            <p:nvPr>
              <p:custDataLst>
                <p:tags r:id="rId12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2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0" y="317500"/>
                  </a:moveTo>
                  <a:arcTo wR="317500" hR="317500" stAng="10800000" swAng="54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06" name="Harvey 76/100 [76]">
              <a:extLst>
                <a:ext uri="{FF2B5EF4-FFF2-40B4-BE49-F238E27FC236}">
                  <a16:creationId xmlns:a16="http://schemas.microsoft.com/office/drawing/2014/main" id="{6F4E00F2-EA6F-4809-B2FD-4CE3ABE8C480}"/>
                </a:ext>
              </a:extLst>
            </p:cNvPr>
            <p:cNvSpPr>
              <a:spLocks noChangeAspect="1"/>
            </p:cNvSpPr>
            <p:nvPr>
              <p:custDataLst>
                <p:tags r:id="rId12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41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6" y="297564"/>
                  </a:moveTo>
                  <a:arcTo wR="317500" hR="317500" stAng="11016000" swAng="5183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07" name="Harvey 77/100 [77]">
              <a:extLst>
                <a:ext uri="{FF2B5EF4-FFF2-40B4-BE49-F238E27FC236}">
                  <a16:creationId xmlns:a16="http://schemas.microsoft.com/office/drawing/2014/main" id="{CF5CA593-7B87-4492-9B35-2255514CB496}"/>
                </a:ext>
              </a:extLst>
            </p:cNvPr>
            <p:cNvSpPr>
              <a:spLocks noChangeAspect="1"/>
            </p:cNvSpPr>
            <p:nvPr>
              <p:custDataLst>
                <p:tags r:id="rId12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63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503" y="277706"/>
                  </a:moveTo>
                  <a:arcTo wR="317500" hR="317500" stAng="11232000" swAng="496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08" name="Harvey 78/100 [78]">
              <a:extLst>
                <a:ext uri="{FF2B5EF4-FFF2-40B4-BE49-F238E27FC236}">
                  <a16:creationId xmlns:a16="http://schemas.microsoft.com/office/drawing/2014/main" id="{8C036464-458E-48D4-BAC8-84819F820C60}"/>
                </a:ext>
              </a:extLst>
            </p:cNvPr>
            <p:cNvSpPr>
              <a:spLocks noChangeAspect="1"/>
            </p:cNvSpPr>
            <p:nvPr>
              <p:custDataLst>
                <p:tags r:id="rId12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84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623" y="258006"/>
                  </a:moveTo>
                  <a:arcTo wR="317500" hR="317500" stAng="11448000" swAng="4751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09" name="Harvey 79/100 [79]">
              <a:extLst>
                <a:ext uri="{FF2B5EF4-FFF2-40B4-BE49-F238E27FC236}">
                  <a16:creationId xmlns:a16="http://schemas.microsoft.com/office/drawing/2014/main" id="{6FD5AC00-8293-447C-B728-B963DD67B1C2}"/>
                </a:ext>
              </a:extLst>
            </p:cNvPr>
            <p:cNvSpPr>
              <a:spLocks noChangeAspect="1"/>
            </p:cNvSpPr>
            <p:nvPr>
              <p:custDataLst>
                <p:tags r:id="rId13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06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9974" y="238540"/>
                  </a:moveTo>
                  <a:arcTo wR="317500" hR="317500" stAng="11664000" swAng="453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10" name="Harvey 80/100 [80]">
              <a:extLst>
                <a:ext uri="{FF2B5EF4-FFF2-40B4-BE49-F238E27FC236}">
                  <a16:creationId xmlns:a16="http://schemas.microsoft.com/office/drawing/2014/main" id="{29C0F859-BC49-430F-8C59-C0B9109E47A3}"/>
                </a:ext>
              </a:extLst>
            </p:cNvPr>
            <p:cNvSpPr>
              <a:spLocks noChangeAspect="1"/>
            </p:cNvSpPr>
            <p:nvPr>
              <p:custDataLst>
                <p:tags r:id="rId13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28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5539" y="219387"/>
                  </a:moveTo>
                  <a:arcTo wR="317500" hR="317500" stAng="11880000" swAng="4319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11" name="Harvey 81/100 [81]">
              <a:extLst>
                <a:ext uri="{FF2B5EF4-FFF2-40B4-BE49-F238E27FC236}">
                  <a16:creationId xmlns:a16="http://schemas.microsoft.com/office/drawing/2014/main" id="{F78719E3-0417-4867-B70D-21538B3AC36E}"/>
                </a:ext>
              </a:extLst>
            </p:cNvPr>
            <p:cNvSpPr>
              <a:spLocks noChangeAspect="1"/>
            </p:cNvSpPr>
            <p:nvPr>
              <p:custDataLst>
                <p:tags r:id="rId13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49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2295" y="200620"/>
                  </a:moveTo>
                  <a:arcTo wR="317500" hR="317500" stAng="12096000" swAng="4103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12" name="Harvey 82/100 [82]">
              <a:extLst>
                <a:ext uri="{FF2B5EF4-FFF2-40B4-BE49-F238E27FC236}">
                  <a16:creationId xmlns:a16="http://schemas.microsoft.com/office/drawing/2014/main" id="{9C5D0905-7412-4C75-BC20-E51105CA783D}"/>
                </a:ext>
              </a:extLst>
            </p:cNvPr>
            <p:cNvSpPr>
              <a:spLocks noChangeAspect="1"/>
            </p:cNvSpPr>
            <p:nvPr>
              <p:custDataLst>
                <p:tags r:id="rId13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71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0217" y="182315"/>
                  </a:moveTo>
                  <a:arcTo wR="317500" hR="317500" stAng="12312000" swAng="388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13" name="Harvey 83/100 [83]">
              <a:extLst>
                <a:ext uri="{FF2B5EF4-FFF2-40B4-BE49-F238E27FC236}">
                  <a16:creationId xmlns:a16="http://schemas.microsoft.com/office/drawing/2014/main" id="{96AA2E20-CC65-4632-B3D4-93E962B59D4C}"/>
                </a:ext>
              </a:extLst>
            </p:cNvPr>
            <p:cNvSpPr>
              <a:spLocks noChangeAspect="1"/>
            </p:cNvSpPr>
            <p:nvPr>
              <p:custDataLst>
                <p:tags r:id="rId13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92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9272" y="164543"/>
                  </a:moveTo>
                  <a:arcTo wR="317500" hR="317500" stAng="12528000" swAng="367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14" name="Harvey 84/100 [84]">
              <a:extLst>
                <a:ext uri="{FF2B5EF4-FFF2-40B4-BE49-F238E27FC236}">
                  <a16:creationId xmlns:a16="http://schemas.microsoft.com/office/drawing/2014/main" id="{9B4360A3-E0B2-48F7-B5A8-D24513748A82}"/>
                </a:ext>
              </a:extLst>
            </p:cNvPr>
            <p:cNvSpPr>
              <a:spLocks noChangeAspect="1"/>
            </p:cNvSpPr>
            <p:nvPr>
              <p:custDataLst>
                <p:tags r:id="rId13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814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9425" y="147374"/>
                  </a:moveTo>
                  <a:arcTo wR="317500" hR="317500" stAng="12743999" swAng="345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15" name="Harvey 85/100 [85]">
              <a:extLst>
                <a:ext uri="{FF2B5EF4-FFF2-40B4-BE49-F238E27FC236}">
                  <a16:creationId xmlns:a16="http://schemas.microsoft.com/office/drawing/2014/main" id="{D694B21E-EEA0-48FA-A35C-7B6570B3F861}"/>
                </a:ext>
              </a:extLst>
            </p:cNvPr>
            <p:cNvSpPr>
              <a:spLocks noChangeAspect="1"/>
            </p:cNvSpPr>
            <p:nvPr>
              <p:custDataLst>
                <p:tags r:id="rId13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836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0637" y="130878"/>
                  </a:moveTo>
                  <a:arcTo wR="317500" hR="317500" stAng="12960000" swAng="324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16" name="Harvey 86/100 [86]">
              <a:extLst>
                <a:ext uri="{FF2B5EF4-FFF2-40B4-BE49-F238E27FC236}">
                  <a16:creationId xmlns:a16="http://schemas.microsoft.com/office/drawing/2014/main" id="{85E1AF41-C21D-4514-B37E-CC830BC09C0A}"/>
                </a:ext>
              </a:extLst>
            </p:cNvPr>
            <p:cNvSpPr>
              <a:spLocks noChangeAspect="1"/>
            </p:cNvSpPr>
            <p:nvPr>
              <p:custDataLst>
                <p:tags r:id="rId13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857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72862" y="115117"/>
                  </a:moveTo>
                  <a:arcTo wR="317500" hR="317500" stAng="13176000" swAng="3024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17" name="Harvey 87/100 [87]">
              <a:extLst>
                <a:ext uri="{FF2B5EF4-FFF2-40B4-BE49-F238E27FC236}">
                  <a16:creationId xmlns:a16="http://schemas.microsoft.com/office/drawing/2014/main" id="{E3948F2E-FD5F-4107-B122-9AC75FE0CD9E}"/>
                </a:ext>
              </a:extLst>
            </p:cNvPr>
            <p:cNvSpPr>
              <a:spLocks noChangeAspect="1"/>
            </p:cNvSpPr>
            <p:nvPr>
              <p:custDataLst>
                <p:tags r:id="rId13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879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86052" y="100156"/>
                  </a:moveTo>
                  <a:arcTo wR="317500" hR="317500" stAng="13392000" swAng="280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18" name="Harvey 88/100 [88]">
              <a:extLst>
                <a:ext uri="{FF2B5EF4-FFF2-40B4-BE49-F238E27FC236}">
                  <a16:creationId xmlns:a16="http://schemas.microsoft.com/office/drawing/2014/main" id="{744E57ED-019F-4A8B-A06E-9FB965FEBB23}"/>
                </a:ext>
              </a:extLst>
            </p:cNvPr>
            <p:cNvSpPr>
              <a:spLocks noChangeAspect="1"/>
            </p:cNvSpPr>
            <p:nvPr>
              <p:custDataLst>
                <p:tags r:id="rId13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00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00156" y="86052"/>
                  </a:moveTo>
                  <a:arcTo wR="317500" hR="317500" stAng="13608000" swAng="2591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19" name="Harvey 89/100 [89]">
              <a:extLst>
                <a:ext uri="{FF2B5EF4-FFF2-40B4-BE49-F238E27FC236}">
                  <a16:creationId xmlns:a16="http://schemas.microsoft.com/office/drawing/2014/main" id="{5567719B-31CA-4A86-801E-E0531122E504}"/>
                </a:ext>
              </a:extLst>
            </p:cNvPr>
            <p:cNvSpPr>
              <a:spLocks noChangeAspect="1"/>
            </p:cNvSpPr>
            <p:nvPr>
              <p:custDataLst>
                <p:tags r:id="rId14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22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15117" y="72862"/>
                  </a:moveTo>
                  <a:arcTo wR="317500" hR="317500" stAng="13823999" swAng="2375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20" name="Harvey 90/100 [90]">
              <a:extLst>
                <a:ext uri="{FF2B5EF4-FFF2-40B4-BE49-F238E27FC236}">
                  <a16:creationId xmlns:a16="http://schemas.microsoft.com/office/drawing/2014/main" id="{2CD4B3A1-B882-43A6-A4CA-C9FCA394B28B}"/>
                </a:ext>
              </a:extLst>
            </p:cNvPr>
            <p:cNvSpPr>
              <a:spLocks noChangeAspect="1"/>
            </p:cNvSpPr>
            <p:nvPr>
              <p:custDataLst>
                <p:tags r:id="rId14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44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30878" y="60637"/>
                  </a:moveTo>
                  <a:arcTo wR="317500" hR="317500" stAng="14040000" swAng="2159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21" name="Harvey 91/100 [91]">
              <a:extLst>
                <a:ext uri="{FF2B5EF4-FFF2-40B4-BE49-F238E27FC236}">
                  <a16:creationId xmlns:a16="http://schemas.microsoft.com/office/drawing/2014/main" id="{68606D93-5175-4900-AD89-6D0710AFE75F}"/>
                </a:ext>
              </a:extLst>
            </p:cNvPr>
            <p:cNvSpPr>
              <a:spLocks noChangeAspect="1"/>
            </p:cNvSpPr>
            <p:nvPr>
              <p:custDataLst>
                <p:tags r:id="rId14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65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47374" y="49425"/>
                  </a:moveTo>
                  <a:arcTo wR="317500" hR="317500" stAng="14256000" swAng="1943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22" name="Harvey 92/100 [92]">
              <a:extLst>
                <a:ext uri="{FF2B5EF4-FFF2-40B4-BE49-F238E27FC236}">
                  <a16:creationId xmlns:a16="http://schemas.microsoft.com/office/drawing/2014/main" id="{7EE30864-DDCC-4BBA-B70A-48810E224581}"/>
                </a:ext>
              </a:extLst>
            </p:cNvPr>
            <p:cNvSpPr>
              <a:spLocks noChangeAspect="1"/>
            </p:cNvSpPr>
            <p:nvPr>
              <p:custDataLst>
                <p:tags r:id="rId14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87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64543" y="39272"/>
                  </a:moveTo>
                  <a:arcTo wR="317500" hR="317500" stAng="14472000" swAng="1727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23" name="Harvey 93/100 [93]">
              <a:extLst>
                <a:ext uri="{FF2B5EF4-FFF2-40B4-BE49-F238E27FC236}">
                  <a16:creationId xmlns:a16="http://schemas.microsoft.com/office/drawing/2014/main" id="{608CA488-A707-4C7A-9287-9DA9A38ED3D4}"/>
                </a:ext>
              </a:extLst>
            </p:cNvPr>
            <p:cNvSpPr>
              <a:spLocks noChangeAspect="1"/>
            </p:cNvSpPr>
            <p:nvPr>
              <p:custDataLst>
                <p:tags r:id="rId14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008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82315" y="30217"/>
                  </a:moveTo>
                  <a:arcTo wR="317500" hR="317500" stAng="14688000" swAng="1511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24" name="Harvey 94/100 [94]">
              <a:extLst>
                <a:ext uri="{FF2B5EF4-FFF2-40B4-BE49-F238E27FC236}">
                  <a16:creationId xmlns:a16="http://schemas.microsoft.com/office/drawing/2014/main" id="{FE1836A9-F92A-4F07-BBB8-2274E290E952}"/>
                </a:ext>
              </a:extLst>
            </p:cNvPr>
            <p:cNvSpPr>
              <a:spLocks noChangeAspect="1"/>
            </p:cNvSpPr>
            <p:nvPr>
              <p:custDataLst>
                <p:tags r:id="rId14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030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00620" y="22295"/>
                  </a:moveTo>
                  <a:arcTo wR="317500" hR="317500" stAng="14903999" swAng="129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25" name="Harvey 95/100 [95]">
              <a:extLst>
                <a:ext uri="{FF2B5EF4-FFF2-40B4-BE49-F238E27FC236}">
                  <a16:creationId xmlns:a16="http://schemas.microsoft.com/office/drawing/2014/main" id="{3169BE73-7F99-46E3-BDA9-D9BB85BE343E}"/>
                </a:ext>
              </a:extLst>
            </p:cNvPr>
            <p:cNvSpPr>
              <a:spLocks noChangeAspect="1"/>
            </p:cNvSpPr>
            <p:nvPr>
              <p:custDataLst>
                <p:tags r:id="rId14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052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19387" y="15539"/>
                  </a:moveTo>
                  <a:arcTo wR="317500" hR="317500" stAng="15120000" swAng="108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26" name="Harvey 96/100 [96]">
              <a:extLst>
                <a:ext uri="{FF2B5EF4-FFF2-40B4-BE49-F238E27FC236}">
                  <a16:creationId xmlns:a16="http://schemas.microsoft.com/office/drawing/2014/main" id="{12E3B5ED-B1AB-4A99-BD20-FF638135BE37}"/>
                </a:ext>
              </a:extLst>
            </p:cNvPr>
            <p:cNvSpPr>
              <a:spLocks noChangeAspect="1"/>
            </p:cNvSpPr>
            <p:nvPr>
              <p:custDataLst>
                <p:tags r:id="rId14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0735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38540" y="9974"/>
                  </a:moveTo>
                  <a:arcTo wR="317500" hR="317500" stAng="15335999" swAng="864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27" name="Harvey 97/100 [97]">
              <a:extLst>
                <a:ext uri="{FF2B5EF4-FFF2-40B4-BE49-F238E27FC236}">
                  <a16:creationId xmlns:a16="http://schemas.microsoft.com/office/drawing/2014/main" id="{75A7FEAD-6C4B-4F7A-BB60-3A68D96114DE}"/>
                </a:ext>
              </a:extLst>
            </p:cNvPr>
            <p:cNvSpPr>
              <a:spLocks noChangeAspect="1"/>
            </p:cNvSpPr>
            <p:nvPr>
              <p:custDataLst>
                <p:tags r:id="rId14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095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58006" y="5623"/>
                  </a:moveTo>
                  <a:arcTo wR="317500" hR="317500" stAng="15552000" swAng="64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28" name="Harvey 98/100 [98]">
              <a:extLst>
                <a:ext uri="{FF2B5EF4-FFF2-40B4-BE49-F238E27FC236}">
                  <a16:creationId xmlns:a16="http://schemas.microsoft.com/office/drawing/2014/main" id="{C4B5128E-9380-4C38-A1EB-CB12E7401609}"/>
                </a:ext>
              </a:extLst>
            </p:cNvPr>
            <p:cNvSpPr>
              <a:spLocks noChangeAspect="1"/>
            </p:cNvSpPr>
            <p:nvPr>
              <p:custDataLst>
                <p:tags r:id="rId14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16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77706" y="2503"/>
                  </a:moveTo>
                  <a:arcTo wR="317500" hR="317500" stAng="15768000" swAng="43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29" name="Harvey 99/100 [99]">
              <a:extLst>
                <a:ext uri="{FF2B5EF4-FFF2-40B4-BE49-F238E27FC236}">
                  <a16:creationId xmlns:a16="http://schemas.microsoft.com/office/drawing/2014/main" id="{50F634E4-E5B9-4DA6-9F91-8AF5B6ACF1FB}"/>
                </a:ext>
              </a:extLst>
            </p:cNvPr>
            <p:cNvSpPr>
              <a:spLocks noChangeAspect="1"/>
            </p:cNvSpPr>
            <p:nvPr>
              <p:custDataLst>
                <p:tags r:id="rId15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38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97564" y="626"/>
                  </a:moveTo>
                  <a:arcTo wR="317500" hR="317500" stAng="15983999" swAng="21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  <p:sp>
          <p:nvSpPr>
            <p:cNvPr id="130" name="Harvey 100/100 [100]">
              <a:extLst>
                <a:ext uri="{FF2B5EF4-FFF2-40B4-BE49-F238E27FC236}">
                  <a16:creationId xmlns:a16="http://schemas.microsoft.com/office/drawing/2014/main" id="{94AA53CD-8233-470E-AFEE-0BCC721BFAE9}"/>
                </a:ext>
              </a:extLst>
            </p:cNvPr>
            <p:cNvSpPr>
              <a:spLocks noChangeAspect="1"/>
            </p:cNvSpPr>
            <p:nvPr>
              <p:custDataLst>
                <p:tags r:id="rId15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00"/>
                  <a:close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 dirty="0">
                <a:latin typeface="72 Brand" panose="020B0504030603020204" pitchFamily="34" charset="0"/>
              </a:endParaRPr>
            </a:p>
          </p:txBody>
        </p:sp>
      </p:grpSp>
      <p:sp>
        <p:nvSpPr>
          <p:cNvPr id="131" name="Footnote [Placeholder]" hidden="1">
            <a:extLst>
              <a:ext uri="{FF2B5EF4-FFF2-40B4-BE49-F238E27FC236}">
                <a16:creationId xmlns:a16="http://schemas.microsoft.com/office/drawing/2014/main" id="{1B41FB17-6D57-4EE1-9C4C-9C305D5D6BEC}"/>
              </a:ext>
            </a:extLst>
          </p:cNvPr>
          <p:cNvSpPr txBox="1"/>
          <p:nvPr userDrawn="1"/>
        </p:nvSpPr>
        <p:spPr>
          <a:xfrm>
            <a:off x="503238" y="5984668"/>
            <a:ext cx="1018820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900" b="0" i="0" kern="0" dirty="0"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(r) Footnote</a:t>
            </a:r>
          </a:p>
        </p:txBody>
      </p:sp>
      <p:sp>
        <p:nvSpPr>
          <p:cNvPr id="5" name="Draft [Sticker]" hidden="1">
            <a:extLst>
              <a:ext uri="{FF2B5EF4-FFF2-40B4-BE49-F238E27FC236}">
                <a16:creationId xmlns:a16="http://schemas.microsoft.com/office/drawing/2014/main" id="{4ED4653C-0BEF-C53F-2F44-0F4FC1038B4E}"/>
              </a:ext>
            </a:extLst>
          </p:cNvPr>
          <p:cNvSpPr/>
          <p:nvPr userDrawn="1"/>
        </p:nvSpPr>
        <p:spPr bwMode="gray">
          <a:xfrm rot="18900000">
            <a:off x="4491456" y="3089731"/>
            <a:ext cx="3211564" cy="1219077"/>
          </a:xfrm>
          <a:prstGeom prst="rect">
            <a:avLst/>
          </a:prstGeom>
          <a:noFill/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kumimoji="0" lang="en-US" sz="54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72 Brand" panose="020B0504030603020204" pitchFamily="34" charset="0"/>
                <a:ea typeface="Arial" pitchFamily="34" charset="0"/>
                <a:cs typeface="Arial" pitchFamily="34" charset="0"/>
              </a:rPr>
              <a:t>DRAFT</a:t>
            </a:r>
          </a:p>
        </p:txBody>
      </p:sp>
      <p:sp>
        <p:nvSpPr>
          <p:cNvPr id="142" name="Content [Comment]" hidden="1">
            <a:extLst>
              <a:ext uri="{FF2B5EF4-FFF2-40B4-BE49-F238E27FC236}">
                <a16:creationId xmlns:a16="http://schemas.microsoft.com/office/drawing/2014/main" id="{D6760A1A-5249-0361-7543-4100DC0D89C0}"/>
              </a:ext>
            </a:extLst>
          </p:cNvPr>
          <p:cNvSpPr>
            <a:spLocks/>
          </p:cNvSpPr>
          <p:nvPr userDrawn="1"/>
        </p:nvSpPr>
        <p:spPr>
          <a:xfrm>
            <a:off x="10620496" y="1126713"/>
            <a:ext cx="1322679" cy="1287398"/>
          </a:xfrm>
          <a:prstGeom prst="wedgeRectCallout">
            <a:avLst>
              <a:gd name="adj1" fmla="val 33379"/>
              <a:gd name="adj2" fmla="val 65105"/>
            </a:avLst>
          </a:prstGeom>
          <a:solidFill>
            <a:srgbClr val="FFF3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&lt;initials&gt; &lt;date&gt;</a:t>
            </a:r>
            <a:r>
              <a:rPr kumimoji="0" lang="en-US" sz="800" b="0" i="0" u="none" strike="noStrike" kern="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yyyy</a:t>
            </a: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-MM-dd </a:t>
            </a:r>
            <a:r>
              <a:rPr kumimoji="0" lang="en-US" sz="800" b="0" i="0" u="none" strike="noStrike" kern="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hh:mm</a:t>
            </a: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&lt;/date&gt;: </a:t>
            </a:r>
          </a:p>
        </p:txBody>
      </p:sp>
      <p:sp>
        <p:nvSpPr>
          <p:cNvPr id="143" name="Formatting [Comment]" hidden="1">
            <a:extLst>
              <a:ext uri="{FF2B5EF4-FFF2-40B4-BE49-F238E27FC236}">
                <a16:creationId xmlns:a16="http://schemas.microsoft.com/office/drawing/2014/main" id="{31370255-4446-E2E0-D475-0E9332BBA969}"/>
              </a:ext>
            </a:extLst>
          </p:cNvPr>
          <p:cNvSpPr>
            <a:spLocks/>
          </p:cNvSpPr>
          <p:nvPr userDrawn="1"/>
        </p:nvSpPr>
        <p:spPr>
          <a:xfrm>
            <a:off x="10620496" y="1126713"/>
            <a:ext cx="1322679" cy="1287398"/>
          </a:xfrm>
          <a:prstGeom prst="wedgeRectCallout">
            <a:avLst>
              <a:gd name="adj1" fmla="val 33379"/>
              <a:gd name="adj2" fmla="val 65105"/>
            </a:avLst>
          </a:prstGeom>
          <a:solidFill>
            <a:srgbClr val="FFF3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&lt;initials&gt; &lt;date&gt;</a:t>
            </a:r>
            <a:r>
              <a:rPr kumimoji="0" lang="en-US" sz="800" b="0" i="0" u="none" strike="noStrike" kern="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yyyy</a:t>
            </a: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-MM-dd </a:t>
            </a:r>
            <a:r>
              <a:rPr kumimoji="0" lang="en-US" sz="800" b="0" i="0" u="none" strike="noStrike" kern="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hh:mm</a:t>
            </a: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&lt;/date&gt;: </a:t>
            </a:r>
          </a:p>
        </p:txBody>
      </p:sp>
      <p:sp>
        <p:nvSpPr>
          <p:cNvPr id="132" name="Final [Sticker]" hidden="1">
            <a:extLst>
              <a:ext uri="{FF2B5EF4-FFF2-40B4-BE49-F238E27FC236}">
                <a16:creationId xmlns:a16="http://schemas.microsoft.com/office/drawing/2014/main" id="{5402B19A-2F1E-0983-9BF4-848C4B7F0B87}"/>
              </a:ext>
            </a:extLst>
          </p:cNvPr>
          <p:cNvSpPr>
            <a:spLocks/>
          </p:cNvSpPr>
          <p:nvPr userDrawn="1"/>
        </p:nvSpPr>
        <p:spPr>
          <a:xfrm>
            <a:off x="10983300" y="210784"/>
            <a:ext cx="707050" cy="173117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tx2"/>
              </a:gs>
              <a:gs pos="100000">
                <a:schemeClr val="tx2"/>
              </a:gs>
            </a:gsLst>
            <a:lin ang="5400000" scaled="1"/>
          </a:gradFill>
          <a:ln w="19050" cap="flat" cmpd="sng" algn="ctr">
            <a:noFill/>
            <a:prstDash val="solid"/>
          </a:ln>
          <a:effectLst/>
        </p:spPr>
        <p:txBody>
          <a:bodyPr lIns="0" tIns="0" rIns="0" bIns="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FINAL SLIDE</a:t>
            </a:r>
          </a:p>
        </p:txBody>
      </p:sp>
      <p:sp>
        <p:nvSpPr>
          <p:cNvPr id="148" name="Internal [Sticker]" hidden="1">
            <a:extLst>
              <a:ext uri="{FF2B5EF4-FFF2-40B4-BE49-F238E27FC236}">
                <a16:creationId xmlns:a16="http://schemas.microsoft.com/office/drawing/2014/main" id="{28223912-D0A4-A620-A34F-518BD869E53F}"/>
              </a:ext>
            </a:extLst>
          </p:cNvPr>
          <p:cNvSpPr>
            <a:spLocks/>
          </p:cNvSpPr>
          <p:nvPr userDrawn="1"/>
        </p:nvSpPr>
        <p:spPr>
          <a:xfrm>
            <a:off x="10033000" y="210784"/>
            <a:ext cx="1657350" cy="173117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tx2"/>
              </a:gs>
              <a:gs pos="100000">
                <a:schemeClr val="tx2"/>
              </a:gs>
            </a:gsLst>
            <a:lin ang="5400000" scaled="1"/>
          </a:gradFill>
          <a:ln w="19050" cap="flat" cmpd="sng" algn="ctr">
            <a:noFill/>
            <a:prstDash val="solid"/>
          </a:ln>
          <a:effectLst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INTERNAL USE ONLY</a:t>
            </a:r>
          </a:p>
        </p:txBody>
      </p:sp>
      <p:sp>
        <p:nvSpPr>
          <p:cNvPr id="149" name="Discussion [Sticker]" hidden="1">
            <a:extLst>
              <a:ext uri="{FF2B5EF4-FFF2-40B4-BE49-F238E27FC236}">
                <a16:creationId xmlns:a16="http://schemas.microsoft.com/office/drawing/2014/main" id="{D9D83DF6-771C-4C0C-6C7A-3A59B82BAD4A}"/>
              </a:ext>
            </a:extLst>
          </p:cNvPr>
          <p:cNvSpPr>
            <a:spLocks/>
          </p:cNvSpPr>
          <p:nvPr userDrawn="1"/>
        </p:nvSpPr>
        <p:spPr>
          <a:xfrm>
            <a:off x="10734674" y="210784"/>
            <a:ext cx="955676" cy="173117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tx2"/>
              </a:gs>
              <a:gs pos="100000">
                <a:schemeClr val="tx2"/>
              </a:gs>
            </a:gsLst>
            <a:lin ang="5400000" scaled="1"/>
          </a:gradFill>
          <a:ln w="19050" cap="flat" cmpd="sng" algn="ctr">
            <a:noFill/>
            <a:prstDash val="solid"/>
          </a:ln>
          <a:effectLst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FOR DISCUSSION</a:t>
            </a:r>
          </a:p>
        </p:txBody>
      </p:sp>
      <p:sp>
        <p:nvSpPr>
          <p:cNvPr id="145" name="Dummy [Sticker]" hidden="1">
            <a:extLst>
              <a:ext uri="{FF2B5EF4-FFF2-40B4-BE49-F238E27FC236}">
                <a16:creationId xmlns:a16="http://schemas.microsoft.com/office/drawing/2014/main" id="{85BE85F9-1C84-5D9C-577F-40BFD680420C}"/>
              </a:ext>
            </a:extLst>
          </p:cNvPr>
          <p:cNvSpPr>
            <a:spLocks/>
          </p:cNvSpPr>
          <p:nvPr userDrawn="1"/>
        </p:nvSpPr>
        <p:spPr>
          <a:xfrm>
            <a:off x="10734674" y="210784"/>
            <a:ext cx="955675" cy="173117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tx2"/>
              </a:gs>
              <a:gs pos="100000">
                <a:schemeClr val="tx2"/>
              </a:gs>
            </a:gsLst>
            <a:lin ang="5400000" scaled="1"/>
          </a:gradFill>
          <a:ln w="19050" cap="flat" cmpd="sng" algn="ctr">
            <a:noFill/>
            <a:prstDash val="solid"/>
          </a:ln>
          <a:effectLst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DUMMY DATA</a:t>
            </a:r>
          </a:p>
        </p:txBody>
      </p:sp>
      <p:sp>
        <p:nvSpPr>
          <p:cNvPr id="146" name="Update [Sticker]" hidden="1">
            <a:extLst>
              <a:ext uri="{FF2B5EF4-FFF2-40B4-BE49-F238E27FC236}">
                <a16:creationId xmlns:a16="http://schemas.microsoft.com/office/drawing/2014/main" id="{DB5368A3-028B-BD89-843A-4055DAEC9BBE}"/>
              </a:ext>
            </a:extLst>
          </p:cNvPr>
          <p:cNvSpPr>
            <a:spLocks/>
          </p:cNvSpPr>
          <p:nvPr userDrawn="1"/>
        </p:nvSpPr>
        <p:spPr>
          <a:xfrm>
            <a:off x="10734674" y="210784"/>
            <a:ext cx="955676" cy="173117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tx2"/>
              </a:gs>
              <a:gs pos="100000">
                <a:schemeClr val="tx2"/>
              </a:gs>
            </a:gsLst>
            <a:lin ang="5400000" scaled="1"/>
          </a:gradFill>
          <a:ln w="19050" cap="flat" cmpd="sng" algn="ctr">
            <a:noFill/>
            <a:prstDash val="solid"/>
          </a:ln>
          <a:effectLst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UPDATE DATA</a:t>
            </a:r>
          </a:p>
        </p:txBody>
      </p:sp>
      <p:sp>
        <p:nvSpPr>
          <p:cNvPr id="147" name="Backup [Sticker]" hidden="1">
            <a:extLst>
              <a:ext uri="{FF2B5EF4-FFF2-40B4-BE49-F238E27FC236}">
                <a16:creationId xmlns:a16="http://schemas.microsoft.com/office/drawing/2014/main" id="{308EDF7D-F287-A5B8-407B-AF543ACA9F1E}"/>
              </a:ext>
            </a:extLst>
          </p:cNvPr>
          <p:cNvSpPr>
            <a:spLocks/>
          </p:cNvSpPr>
          <p:nvPr userDrawn="1"/>
        </p:nvSpPr>
        <p:spPr>
          <a:xfrm>
            <a:off x="10985500" y="210784"/>
            <a:ext cx="704850" cy="173117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tx2"/>
              </a:gs>
              <a:gs pos="100000">
                <a:schemeClr val="tx2"/>
              </a:gs>
            </a:gsLst>
            <a:lin ang="5400000" scaled="1"/>
          </a:gradFill>
          <a:ln w="19050" cap="flat" cmpd="sng" algn="ctr">
            <a:noFill/>
            <a:prstDash val="solid"/>
          </a:ln>
          <a:effectLst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BACKUP</a:t>
            </a:r>
          </a:p>
        </p:txBody>
      </p:sp>
      <p:grpSp>
        <p:nvGrpSpPr>
          <p:cNvPr id="134" name="Responsible [Sticker]" hidden="1">
            <a:extLst>
              <a:ext uri="{FF2B5EF4-FFF2-40B4-BE49-F238E27FC236}">
                <a16:creationId xmlns:a16="http://schemas.microsoft.com/office/drawing/2014/main" id="{D807E524-FC1C-0CD6-4E84-F55B41ABF787}"/>
              </a:ext>
            </a:extLst>
          </p:cNvPr>
          <p:cNvGrpSpPr/>
          <p:nvPr userDrawn="1"/>
        </p:nvGrpSpPr>
        <p:grpSpPr>
          <a:xfrm>
            <a:off x="9050330" y="210783"/>
            <a:ext cx="2640147" cy="173118"/>
            <a:chOff x="9050330" y="210783"/>
            <a:chExt cx="2640147" cy="173118"/>
          </a:xfrm>
        </p:grpSpPr>
        <p:sp>
          <p:nvSpPr>
            <p:cNvPr id="135" name="Final [Sticker org.]">
              <a:extLst>
                <a:ext uri="{FF2B5EF4-FFF2-40B4-BE49-F238E27FC236}">
                  <a16:creationId xmlns:a16="http://schemas.microsoft.com/office/drawing/2014/main" id="{4440328B-E219-D57E-E076-5D09AD704156}"/>
                </a:ext>
              </a:extLst>
            </p:cNvPr>
            <p:cNvSpPr>
              <a:spLocks/>
            </p:cNvSpPr>
            <p:nvPr/>
          </p:nvSpPr>
          <p:spPr>
            <a:xfrm>
              <a:off x="9050330" y="210783"/>
              <a:ext cx="2640147" cy="173117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6350" cap="flat" cmpd="sng" algn="ctr">
              <a:solidFill>
                <a:schemeClr val="tx2"/>
              </a:solidFill>
              <a:prstDash val="solid"/>
            </a:ln>
            <a:effectLst/>
          </p:spPr>
          <p:txBody>
            <a:bodyPr wrap="square" lIns="900000" tIns="0" rIns="0" bIns="0" rtlCol="0" anchor="ctr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a-GL" sz="800" i="0" u="none" strike="noStrike" kern="0" cap="none" spc="0" normalizeH="0" baseline="0" noProof="0" dirty="0">
                  <a:ln>
                    <a:noFill/>
                  </a:ln>
                  <a:solidFill>
                    <a:schemeClr val="tx2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TEXT</a:t>
              </a:r>
              <a:endParaRPr kumimoji="0" lang="en-US" sz="80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6" name="Final [Sticker org.]">
              <a:extLst>
                <a:ext uri="{FF2B5EF4-FFF2-40B4-BE49-F238E27FC236}">
                  <a16:creationId xmlns:a16="http://schemas.microsoft.com/office/drawing/2014/main" id="{E3A6C8D3-C105-250D-CC2B-D59A630EC485}"/>
                </a:ext>
              </a:extLst>
            </p:cNvPr>
            <p:cNvSpPr>
              <a:spLocks/>
            </p:cNvSpPr>
            <p:nvPr/>
          </p:nvSpPr>
          <p:spPr>
            <a:xfrm>
              <a:off x="9050330" y="210784"/>
              <a:ext cx="853949" cy="173117"/>
            </a:xfrm>
            <a:prstGeom prst="roundRect">
              <a:avLst>
                <a:gd name="adj" fmla="val 50000"/>
              </a:avLst>
            </a:prstGeom>
            <a:solidFill>
              <a:schemeClr val="tx2"/>
            </a:solidFill>
            <a:ln w="19050" cap="flat" cmpd="sng" algn="ctr">
              <a:noFill/>
              <a:prstDash val="solid"/>
            </a:ln>
            <a:effectLst/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a-GL" sz="80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RESPONSIBLE:</a:t>
              </a:r>
              <a:endParaRPr kumimoji="0" lang="en-US" sz="8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137" name="Workspace [Presentation]" hidden="1">
            <a:extLst>
              <a:ext uri="{FF2B5EF4-FFF2-40B4-BE49-F238E27FC236}">
                <a16:creationId xmlns:a16="http://schemas.microsoft.com/office/drawing/2014/main" id="{94A6BE43-81F0-FA8E-2328-A068FC5E0F5F}"/>
              </a:ext>
            </a:extLst>
          </p:cNvPr>
          <p:cNvSpPr/>
          <p:nvPr userDrawn="1"/>
        </p:nvSpPr>
        <p:spPr bwMode="gray">
          <a:xfrm>
            <a:off x="504001" y="1548560"/>
            <a:ext cx="11186476" cy="4552203"/>
          </a:xfrm>
          <a:prstGeom prst="rect">
            <a:avLst/>
          </a:prstGeom>
          <a:noFill/>
          <a:ln w="12700" algn="ctr">
            <a:solidFill>
              <a:srgbClr val="D24726"/>
            </a:solidFill>
            <a:prstDash val="lgDash"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DK" sz="1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n-lt"/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3804D4-CFCB-3760-6825-6437954DC9F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203200" y="6563360"/>
            <a:ext cx="2144713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DE" sz="600">
                <a:solidFill>
                  <a:srgbClr val="000000">
                    <a:alpha val="50000"/>
                  </a:srgbClr>
                </a:solidFill>
                <a:latin typeface="72 Brand" panose="020B0504030603020204" pitchFamily="34" charset="0"/>
              </a:rPr>
              <a:t>                 INTERNAL ‒ SAP and External Parties under NDA Only</a:t>
            </a:r>
          </a:p>
        </p:txBody>
      </p:sp>
    </p:spTree>
    <p:extLst>
      <p:ext uri="{BB962C8B-B14F-4D97-AF65-F5344CB8AC3E}">
        <p14:creationId xmlns:p14="http://schemas.microsoft.com/office/powerpoint/2010/main" val="3408294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3" r:id="rId1"/>
    <p:sldLayoutId id="2147483805" r:id="rId2"/>
    <p:sldLayoutId id="2147483780" r:id="rId3"/>
    <p:sldLayoutId id="2147483787" r:id="rId4"/>
    <p:sldLayoutId id="2147483816" r:id="rId5"/>
    <p:sldLayoutId id="2147483817" r:id="rId6"/>
    <p:sldLayoutId id="2147483818" r:id="rId7"/>
    <p:sldLayoutId id="2147483777" r:id="rId8"/>
    <p:sldLayoutId id="2147483788" r:id="rId9"/>
    <p:sldLayoutId id="2147483821" r:id="rId10"/>
    <p:sldLayoutId id="2147483823" r:id="rId11"/>
    <p:sldLayoutId id="2147483808" r:id="rId12"/>
    <p:sldLayoutId id="2147483741" r:id="rId13"/>
    <p:sldLayoutId id="2147483813" r:id="rId14"/>
    <p:sldLayoutId id="2147483765" r:id="rId15"/>
    <p:sldLayoutId id="2147483811" r:id="rId16"/>
    <p:sldLayoutId id="2147483767" r:id="rId17"/>
    <p:sldLayoutId id="2147483815" r:id="rId18"/>
    <p:sldLayoutId id="2147483812" r:id="rId19"/>
    <p:sldLayoutId id="2147483774" r:id="rId20"/>
    <p:sldLayoutId id="2147483745" r:id="rId21"/>
    <p:sldLayoutId id="2147483760" r:id="rId22"/>
    <p:sldLayoutId id="2147483768" r:id="rId23"/>
    <p:sldLayoutId id="2147483769" r:id="rId24"/>
    <p:sldLayoutId id="2147483770" r:id="rId25"/>
    <p:sldLayoutId id="2147483757" r:id="rId26"/>
    <p:sldLayoutId id="2147483771" r:id="rId27"/>
    <p:sldLayoutId id="2147483763" r:id="rId28"/>
    <p:sldLayoutId id="2147483751" r:id="rId29"/>
    <p:sldLayoutId id="2147483825" r:id="rId30"/>
    <p:sldLayoutId id="2147483826" r:id="rId31"/>
    <p:sldLayoutId id="2147483740" r:id="rId32"/>
    <p:sldLayoutId id="2147483810" r:id="rId33"/>
    <p:sldLayoutId id="2147483756" r:id="rId34"/>
    <p:sldLayoutId id="2147483824" r:id="rId35"/>
    <p:sldLayoutId id="2147483829" r:id="rId36"/>
    <p:sldLayoutId id="2147483828" r:id="rId37"/>
    <p:sldLayoutId id="2147483795" r:id="rId38"/>
    <p:sldLayoutId id="2147483796" r:id="rId39"/>
    <p:sldLayoutId id="2147483797" r:id="rId40"/>
    <p:sldLayoutId id="2147483801" r:id="rId41"/>
    <p:sldLayoutId id="2147483802" r:id="rId42"/>
    <p:sldLayoutId id="2147483803" r:id="rId43"/>
    <p:sldLayoutId id="2147483804" r:id="rId44"/>
    <p:sldLayoutId id="2147483819" r:id="rId45"/>
  </p:sldLayoutIdLst>
  <p:hf hdr="0" ftr="0" dt="0"/>
  <p:txStyles>
    <p:titleStyle>
      <a:lvl1pPr algn="l" defTabSz="1088558" rtl="0" eaLnBrk="1" latinLnBrk="0" hangingPunct="1">
        <a:spcBef>
          <a:spcPct val="0"/>
        </a:spcBef>
        <a:buNone/>
        <a:defRPr sz="2400" b="0" i="0" kern="1200" baseline="0">
          <a:solidFill>
            <a:schemeClr val="tx1"/>
          </a:solidFill>
          <a:latin typeface="72 Brand Medium" panose="020B0504030603020204" pitchFamily="34" charset="0"/>
          <a:ea typeface="+mj-ea"/>
          <a:cs typeface="+mj-cs"/>
        </a:defRPr>
      </a:lvl1pPr>
    </p:titleStyle>
    <p:bodyStyle>
      <a:lvl1pPr marL="0" indent="0" algn="l" defTabSz="1088558" rtl="0" eaLnBrk="1" latinLnBrk="0" hangingPunct="1">
        <a:spcBef>
          <a:spcPts val="600"/>
        </a:spcBef>
        <a:buClrTx/>
        <a:buSzPct val="100000"/>
        <a:buFont typeface="Arial" panose="020B0604020202020204" pitchFamily="34" charset="0"/>
        <a:buChar char="​"/>
        <a:defRPr sz="20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252000" algn="l" defTabSz="1088558" rtl="0" eaLnBrk="1" latinLnBrk="0" hangingPunct="1">
        <a:spcBef>
          <a:spcPts val="600"/>
        </a:spcBef>
        <a:buClr>
          <a:schemeClr val="tx1"/>
        </a:buClr>
        <a:buSzPct val="100000"/>
        <a:buFont typeface="Wingdings" panose="05000000000000000000" pitchFamily="2" charset="2"/>
        <a:buChar char=""/>
        <a:defRPr sz="18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504000" indent="-252000" algn="l" defTabSz="1088558" rtl="0" eaLnBrk="1" latinLnBrk="0" hangingPunct="1">
        <a:spcBef>
          <a:spcPts val="600"/>
        </a:spcBef>
        <a:buClr>
          <a:schemeClr val="tx1"/>
        </a:buClr>
        <a:buSzPct val="100000"/>
        <a:buFont typeface="Wingdings" panose="05000000000000000000" pitchFamily="2" charset="2"/>
        <a:buChar char=""/>
        <a:defRPr lang="en-US" sz="16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756000" indent="-252000" algn="l" defTabSz="1088558" rtl="0" eaLnBrk="1" latinLnBrk="0" hangingPunct="1">
        <a:spcBef>
          <a:spcPts val="600"/>
        </a:spcBef>
        <a:buClr>
          <a:schemeClr val="tx1"/>
        </a:buClr>
        <a:buSzPct val="100000"/>
        <a:buFont typeface="Wingdings" panose="05000000000000000000" pitchFamily="2" charset="2"/>
        <a:buChar char="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1088558" rtl="0" eaLnBrk="1" latinLnBrk="0" hangingPunct="1">
        <a:spcBef>
          <a:spcPts val="600"/>
        </a:spcBef>
        <a:buClr>
          <a:schemeClr val="tx1"/>
        </a:buClr>
        <a:buSzPct val="100000"/>
        <a:buFont typeface="Arial" panose="020B0604020202020204" pitchFamily="34" charset="0"/>
        <a:buChar char="​"/>
        <a:defRPr sz="1400" b="0" i="0" kern="1200" baseline="0">
          <a:solidFill>
            <a:schemeClr val="tx1"/>
          </a:solidFill>
          <a:latin typeface="+mj-lt"/>
          <a:ea typeface="+mn-ea"/>
          <a:cs typeface="+mn-cs"/>
        </a:defRPr>
      </a:lvl5pPr>
      <a:lvl6pPr marL="0" indent="0" algn="l" defTabSz="1088558" rtl="0" eaLnBrk="1" latinLnBrk="0" hangingPunct="1">
        <a:lnSpc>
          <a:spcPct val="120000"/>
        </a:lnSpc>
        <a:spcBef>
          <a:spcPts val="600"/>
        </a:spcBef>
        <a:buFont typeface="Arial" panose="020B0604020202020204" pitchFamily="34" charset="0"/>
        <a:buChar char="​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1088558" rtl="0" eaLnBrk="1" latinLnBrk="0" hangingPunct="1">
        <a:lnSpc>
          <a:spcPct val="120000"/>
        </a:lnSpc>
        <a:spcBef>
          <a:spcPts val="300"/>
        </a:spcBef>
        <a:buFont typeface="Arial" pitchFamily="34" charset="0"/>
        <a:buChar char="​"/>
        <a:defRPr sz="800" kern="120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1088558" rtl="0" eaLnBrk="1" latinLnBrk="0" hangingPunct="1">
        <a:lnSpc>
          <a:spcPct val="120000"/>
        </a:lnSpc>
        <a:spcBef>
          <a:spcPts val="600"/>
        </a:spcBef>
        <a:buFont typeface="Arial" pitchFamily="34" charset="0"/>
        <a:buChar char="​"/>
        <a:defRPr sz="80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1088558" rtl="0" eaLnBrk="1" latinLnBrk="0" hangingPunct="1">
        <a:spcBef>
          <a:spcPts val="600"/>
        </a:spcBef>
        <a:buFont typeface="Arial" pitchFamily="34" charset="0"/>
        <a:buChar char="​"/>
        <a:defRPr sz="3600" kern="1200">
          <a:solidFill>
            <a:schemeClr val="tx1"/>
          </a:solidFill>
          <a:latin typeface="+mj-lt"/>
          <a:ea typeface="+mn-ea"/>
          <a:cs typeface="+mn-cs"/>
        </a:defRPr>
      </a:lvl9pPr>
    </p:bodyStyle>
    <p:otherStyle>
      <a:defPPr>
        <a:defRPr lang="de-DE"/>
      </a:defPPr>
      <a:lvl1pPr marL="0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44279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88558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32837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77116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721396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265675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809954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354233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17" userDrawn="1">
          <p15:clr>
            <a:srgbClr val="A4A4A4"/>
          </p15:clr>
        </p15:guide>
        <p15:guide id="2" pos="759" userDrawn="1">
          <p15:clr>
            <a:srgbClr val="A4A4A4"/>
          </p15:clr>
        </p15:guide>
        <p15:guide id="3" orient="horz" pos="317" userDrawn="1">
          <p15:clr>
            <a:srgbClr val="A4A4A4"/>
          </p15:clr>
        </p15:guide>
        <p15:guide id="4" orient="horz" pos="4002" userDrawn="1">
          <p15:clr>
            <a:srgbClr val="A4A4A4"/>
          </p15:clr>
        </p15:guide>
        <p15:guide id="5" pos="917" userDrawn="1">
          <p15:clr>
            <a:srgbClr val="A4A4A4"/>
          </p15:clr>
        </p15:guide>
        <p15:guide id="6" pos="1359" userDrawn="1">
          <p15:clr>
            <a:srgbClr val="A4A4A4"/>
          </p15:clr>
        </p15:guide>
        <p15:guide id="7" pos="1518" userDrawn="1">
          <p15:clr>
            <a:srgbClr val="A4A4A4"/>
          </p15:clr>
        </p15:guide>
        <p15:guide id="8" pos="1960" userDrawn="1">
          <p15:clr>
            <a:srgbClr val="A4A4A4"/>
          </p15:clr>
        </p15:guide>
        <p15:guide id="9" pos="2118" userDrawn="1">
          <p15:clr>
            <a:srgbClr val="A4A4A4"/>
          </p15:clr>
        </p15:guide>
        <p15:guide id="10" pos="2560" userDrawn="1">
          <p15:clr>
            <a:srgbClr val="A4A4A4"/>
          </p15:clr>
        </p15:guide>
        <p15:guide id="11" pos="2719" userDrawn="1">
          <p15:clr>
            <a:srgbClr val="A4A4A4"/>
          </p15:clr>
        </p15:guide>
        <p15:guide id="12" pos="3161" userDrawn="1">
          <p15:clr>
            <a:srgbClr val="A4A4A4"/>
          </p15:clr>
        </p15:guide>
        <p15:guide id="13" pos="3319" userDrawn="1">
          <p15:clr>
            <a:srgbClr val="A4A4A4"/>
          </p15:clr>
        </p15:guide>
        <p15:guide id="14" pos="3761" userDrawn="1">
          <p15:clr>
            <a:srgbClr val="A4A4A4"/>
          </p15:clr>
        </p15:guide>
        <p15:guide id="15" pos="3920" userDrawn="1">
          <p15:clr>
            <a:srgbClr val="A4A4A4"/>
          </p15:clr>
        </p15:guide>
        <p15:guide id="16" pos="4362" userDrawn="1">
          <p15:clr>
            <a:srgbClr val="A4A4A4"/>
          </p15:clr>
        </p15:guide>
        <p15:guide id="17" pos="4520" userDrawn="1">
          <p15:clr>
            <a:srgbClr val="A4A4A4"/>
          </p15:clr>
        </p15:guide>
        <p15:guide id="18" pos="4962" userDrawn="1">
          <p15:clr>
            <a:srgbClr val="A4A4A4"/>
          </p15:clr>
        </p15:guide>
        <p15:guide id="19" pos="5121" userDrawn="1">
          <p15:clr>
            <a:srgbClr val="A4A4A4"/>
          </p15:clr>
        </p15:guide>
        <p15:guide id="20" pos="5563" userDrawn="1">
          <p15:clr>
            <a:srgbClr val="A4A4A4"/>
          </p15:clr>
        </p15:guide>
        <p15:guide id="21" pos="5721" userDrawn="1">
          <p15:clr>
            <a:srgbClr val="A4A4A4"/>
          </p15:clr>
        </p15:guide>
        <p15:guide id="22" pos="6163" userDrawn="1">
          <p15:clr>
            <a:srgbClr val="A4A4A4"/>
          </p15:clr>
        </p15:guide>
        <p15:guide id="23" pos="6322" userDrawn="1">
          <p15:clr>
            <a:srgbClr val="A4A4A4"/>
          </p15:clr>
        </p15:guide>
        <p15:guide id="24" pos="6764" userDrawn="1">
          <p15:clr>
            <a:srgbClr val="A4A4A4"/>
          </p15:clr>
        </p15:guide>
        <p15:guide id="25" pos="6922" userDrawn="1">
          <p15:clr>
            <a:srgbClr val="A4A4A4"/>
          </p15:clr>
        </p15:guide>
        <p15:guide id="26" pos="7364" userDrawn="1">
          <p15:clr>
            <a:srgbClr val="A4A4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ustomXml" Target="../../customXml/item11.xml"/><Relationship Id="rId2" Type="http://schemas.openxmlformats.org/officeDocument/2006/relationships/customXml" Target="../../customXml/item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39.png"/><Relationship Id="rId6" Type="http://schemas.openxmlformats.org/officeDocument/2006/relationships/image" Target="../media/image40.svg"/><Relationship Id="rId7" Type="http://schemas.openxmlformats.org/officeDocument/2006/relationships/image" Target="../media/image8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ustomXml" Target="../../customXml/item38.xml"/><Relationship Id="rId2" Type="http://schemas.openxmlformats.org/officeDocument/2006/relationships/customXml" Target="../../customXml/item16.xml"/><Relationship Id="rId3" Type="http://schemas.openxmlformats.org/officeDocument/2006/relationships/slideLayout" Target="../slideLayouts/slideLayout17.xml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39.png"/><Relationship Id="rId6" Type="http://schemas.openxmlformats.org/officeDocument/2006/relationships/image" Target="../media/image40.svg"/><Relationship Id="rId7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ustomXml" Target="../../customXml/item14.xml"/><Relationship Id="rId2" Type="http://schemas.openxmlformats.org/officeDocument/2006/relationships/customXml" Target="../../customXml/item22.xml"/><Relationship Id="rId3" Type="http://schemas.openxmlformats.org/officeDocument/2006/relationships/slideLayout" Target="../slideLayouts/slideLayout19.xml"/><Relationship Id="rId4" Type="http://schemas.openxmlformats.org/officeDocument/2006/relationships/notesSlide" Target="../notesSlides/notesSlide11.xml"/><Relationship Id="rId5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ustomXml" Target="../../customXml/item29.xml"/><Relationship Id="rId2" Type="http://schemas.openxmlformats.org/officeDocument/2006/relationships/customXml" Target="../../customXml/item30.xml"/><Relationship Id="rId3" Type="http://schemas.openxmlformats.org/officeDocument/2006/relationships/slideLayout" Target="../slideLayouts/slideLayout31.xml"/><Relationship Id="rId4" Type="http://schemas.openxmlformats.org/officeDocument/2006/relationships/notesSlide" Target="../notesSlides/notesSlide16.xml"/><Relationship Id="rId5" Type="http://schemas.openxmlformats.org/officeDocument/2006/relationships/image" Target="../media/image88.png"/><Relationship Id="rId6" Type="http://schemas.openxmlformats.org/officeDocument/2006/relationships/hyperlink" Target="https://dam.sap.com/mac/app/p/video/asset/preview/nsus9o4?ltr=a&amp;rc=10&amp;doi=SAP1225331&amp;includeRelatedAssets=true" TargetMode="External"/><Relationship Id="rId7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96204B03-B1FB-1E82-EAA5-ECF68E372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3238" y="2706317"/>
            <a:ext cx="4765449" cy="997196"/>
          </a:xfrm>
        </p:spPr>
        <p:txBody>
          <a:bodyPr/>
          <a:lstStyle/>
          <a:p>
            <a:r>
              <a:t>Archimedes AI</a:t>
            </a:r>
          </a:p>
          <a:p>
            <a:r>
              <a:t>Automated LeanIX Population</a:t>
            </a:r>
          </a:p>
        </p:txBody>
      </p:sp>
      <p:sp>
        <p:nvSpPr>
          <p:cNvPr id="2" name="Spaker name - Dynamic" descr="{&quot;templafy&quot;:{&quot;id&quot;:&quot;b1865d1a-4b5c-432f-9b3c-a2944b65e669&quot;}}">
            <a:extLst>
              <a:ext uri="{FF2B5EF4-FFF2-40B4-BE49-F238E27FC236}">
                <a16:creationId xmlns:a16="http://schemas.microsoft.com/office/drawing/2014/main" id="{C925A837-5469-792C-5225-4A1FABC0341A}"/>
              </a:ext>
            </a:extLst>
          </p:cNvPr>
          <p:cNvSpPr txBox="1">
            <a:spLocks/>
          </p:cNvSpPr>
          <p:nvPr/>
        </p:nvSpPr>
        <p:spPr>
          <a:xfrm>
            <a:off x="503238" y="4273200"/>
            <a:ext cx="5402236" cy="223148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>
            <a:defPPr>
              <a:defRPr lang="de-DE"/>
            </a:defPPr>
            <a:lvl1pPr marL="0" algn="l" defTabSz="1088776" rtl="0" eaLnBrk="1" latinLnBrk="0" hangingPunct="1">
              <a:defRPr lang="de-DE" sz="21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544388" algn="l" defTabSz="1088776" rtl="0" eaLnBrk="1" latinLnBrk="0" hangingPunct="1">
              <a:buClr>
                <a:srgbClr val="FDB913"/>
              </a:buClr>
              <a:buSzPct val="100000"/>
              <a:buFont typeface="wingdings"/>
              <a:buChar char=""/>
              <a:defRPr lang="de-DE" sz="21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1088776" algn="l" defTabSz="1088776" rtl="0" eaLnBrk="1" latinLnBrk="0" hangingPunct="1">
              <a:buClr>
                <a:srgbClr val="666666"/>
              </a:buClr>
              <a:buSzPct val="80000"/>
              <a:buFont typeface="Wingdings"/>
              <a:buChar char="n"/>
              <a:defRPr lang="de-DE" sz="17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633164" algn="l" defTabSz="1088776" rtl="0" eaLnBrk="1" latinLnBrk="0" hangingPunct="1">
              <a:buClr>
                <a:srgbClr val="666666"/>
              </a:buClr>
              <a:buSzPct val="80000"/>
              <a:buFont typeface="Arial"/>
              <a:buChar char=""/>
              <a:defRPr lang="de-DE" sz="14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2177552" algn="l" defTabSz="1088776" rtl="0" eaLnBrk="1" latinLnBrk="0" hangingPunct="1">
              <a:buClr>
                <a:srgbClr val="666666"/>
              </a:buClr>
              <a:buSzPct val="80000"/>
              <a:buFont typeface="Arial"/>
              <a:buChar char=""/>
              <a:defRPr lang="de-DE" sz="12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721940" algn="l" defTabSz="1088776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66328" algn="l" defTabSz="1088776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10716" algn="l" defTabSz="1088776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355104" algn="l" defTabSz="1088776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SAP Enterprise Architecture</a:t>
            </a:r>
          </a:p>
        </p:txBody>
      </p:sp>
      <p:sp>
        <p:nvSpPr>
          <p:cNvPr id="9" name="Date - Dynamic" descr="{&quot;templafy&quot;:{&quot;id&quot;:&quot;5ae912f7-7a4b-4cd9-9412-9f5937283938&quot;}}">
            <a:extLst>
              <a:ext uri="{FF2B5EF4-FFF2-40B4-BE49-F238E27FC236}">
                <a16:creationId xmlns:a16="http://schemas.microsoft.com/office/drawing/2014/main" id="{D5F0BFE3-F7A5-80B2-78F0-4C710288F2D6}"/>
              </a:ext>
            </a:extLst>
          </p:cNvPr>
          <p:cNvSpPr txBox="1">
            <a:spLocks/>
          </p:cNvSpPr>
          <p:nvPr/>
        </p:nvSpPr>
        <p:spPr>
          <a:xfrm>
            <a:off x="503238" y="4539600"/>
            <a:ext cx="5402236" cy="223148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>
            <a:defPPr>
              <a:defRPr lang="de-DE"/>
            </a:defPPr>
            <a:lvl1pPr marL="0" algn="l" defTabSz="1088776" rtl="0" eaLnBrk="1" latinLnBrk="0" hangingPunct="1">
              <a:defRPr lang="de-DE" sz="21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544388" algn="l" defTabSz="1088776" rtl="0" eaLnBrk="1" latinLnBrk="0" hangingPunct="1">
              <a:buClr>
                <a:srgbClr val="FDB913"/>
              </a:buClr>
              <a:buSzPct val="100000"/>
              <a:buFont typeface="wingdings"/>
              <a:buChar char=""/>
              <a:defRPr lang="de-DE" sz="21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1088776" algn="l" defTabSz="1088776" rtl="0" eaLnBrk="1" latinLnBrk="0" hangingPunct="1">
              <a:buClr>
                <a:srgbClr val="666666"/>
              </a:buClr>
              <a:buSzPct val="80000"/>
              <a:buFont typeface="Wingdings"/>
              <a:buChar char="n"/>
              <a:defRPr lang="de-DE" sz="17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633164" algn="l" defTabSz="1088776" rtl="0" eaLnBrk="1" latinLnBrk="0" hangingPunct="1">
              <a:buClr>
                <a:srgbClr val="666666"/>
              </a:buClr>
              <a:buSzPct val="80000"/>
              <a:buFont typeface="Arial"/>
              <a:buChar char=""/>
              <a:defRPr lang="de-DE" sz="14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2177552" algn="l" defTabSz="1088776" rtl="0" eaLnBrk="1" latinLnBrk="0" hangingPunct="1">
              <a:buClr>
                <a:srgbClr val="666666"/>
              </a:buClr>
              <a:buSzPct val="80000"/>
              <a:buFont typeface="Arial"/>
              <a:buChar char=""/>
              <a:defRPr lang="de-DE" sz="12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721940" algn="l" defTabSz="1088776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66328" algn="l" defTabSz="1088776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10716" algn="l" defTabSz="1088776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355104" algn="l" defTabSz="1088776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May 2026</a:t>
            </a:r>
          </a:p>
        </p:txBody>
      </p:sp>
      <p:pic>
        <p:nvPicPr>
          <p:cNvPr id="20" name="Picture 19" descr="Cover_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4494" y="0"/>
            <a:ext cx="6230682" cy="6858000"/>
          </a:xfrm>
          <a:prstGeom prst="rect">
            <a:avLst/>
          </a:prstGeom>
        </p:spPr>
      </p:pic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601413682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>
                <a:solidFill>
                  <a:srgbClr val="000000"/>
                </a:solidFill>
              </a:rPr>
              <a:t>•  The challenge — manual LeanIX population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>
                <a:solidFill>
                  <a:srgbClr val="000000"/>
                </a:solidFill>
              </a:rPr>
              <a:t>•  What is Archimedes AI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>
                <a:solidFill>
                  <a:srgbClr val="000000"/>
                </a:solidFill>
              </a:rPr>
              <a:t>•  How it works — 5-step pipeline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>
                <a:solidFill>
                  <a:srgbClr val="000000"/>
                </a:solidFill>
              </a:rPr>
              <a:t>•  Real case — Acciona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>
                <a:solidFill>
                  <a:srgbClr val="000000"/>
                </a:solidFill>
              </a:rPr>
              <a:t>•  Value for the Advisory Architect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>
                <a:solidFill>
                  <a:srgbClr val="000000"/>
                </a:solidFill>
              </a:rPr>
              <a:t>•  Getting started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258554" y="264435"/>
            <a:ext cx="9277232" cy="369332"/>
          </a:xfrm>
        </p:spPr>
        <p:txBody>
          <a:bodyPr/>
          <a:lstStyle/>
          <a:p>
            <a:r>
              <a:rPr sz="2400" b="1">
                <a:solidFill>
                  <a:srgbClr val="002A86"/>
                </a:solidFill>
              </a:rPr>
              <a:t>Agenda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232" y="269101"/>
            <a:ext cx="1709244" cy="360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232" y="269101"/>
            <a:ext cx="1709244" cy="36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C5CD601-7B1C-F2D3-F716-ED7F86FEAB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554" y="264435"/>
            <a:ext cx="9277232" cy="677108"/>
          </a:xfrm>
        </p:spPr>
        <p:txBody>
          <a:bodyPr/>
          <a:lstStyle/>
          <a:p>
            <a:r>
              <a:rPr sz="2400" b="1">
                <a:solidFill>
                  <a:srgbClr val="002A86"/>
                </a:solidFill>
              </a:rPr>
              <a:t>The Challenge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81232" y="269101"/>
            <a:ext cx="1709244" cy="360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81232" y="269101"/>
            <a:ext cx="1709244" cy="360000"/>
          </a:xfrm>
          <a:prstGeom prst="rect">
            <a:avLst/>
          </a:prstGeom>
        </p:spPr>
      </p:pic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346266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64CED-B754-4A1B-DFAB-06C3B662D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554" y="264435"/>
            <a:ext cx="9277232" cy="369332"/>
          </a:xfrm>
        </p:spPr>
        <p:txBody>
          <a:bodyPr/>
          <a:lstStyle/>
          <a:p>
            <a:r>
              <a:rPr sz="2400" b="1">
                <a:solidFill>
                  <a:srgbClr val="002A86"/>
                </a:solidFill>
              </a:rPr>
              <a:t>Manual LeanIX Population: A Costly Process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1232" y="269101"/>
            <a:ext cx="1709244" cy="360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1232" y="269101"/>
            <a:ext cx="1709244" cy="36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4000" y="1548000"/>
            <a:ext cx="11186477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2–3 days of manual work per client engagement to populate LeanIX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Multiple disconnected sources: OnPrem/Cloud Excel, requirements files, PDFs, architecture diagrams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Risk of inconsistency — BC coverage depends on individual knowledge of the RBA catalog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Application-to-RSA mapping is manual, subjective, and error-prone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Dependency on the architect who knows the SAP catalog — not scalable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LeanIX stays empty or incomplete until late in the engagement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0236006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94CC2-0AF6-9408-A681-61626AB56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554" y="264435"/>
            <a:ext cx="9277232" cy="369332"/>
          </a:xfrm>
        </p:spPr>
        <p:txBody>
          <a:bodyPr wrap="square" anchor="ctr">
            <a:noAutofit/>
          </a:bodyPr>
          <a:lstStyle/>
          <a:p>
            <a:r>
              <a:t>Questions?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5315945-B456-4AAA-F861-75D1D57767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3238" y="503238"/>
            <a:ext cx="11183937" cy="370800"/>
          </a:xfrm>
        </p:spPr>
        <p:txBody>
          <a:bodyPr/>
          <a:lstStyle/>
          <a:p>
            <a:r>
              <a:rPr sz="1800">
                <a:solidFill>
                  <a:srgbClr val="002A86"/>
                </a:solidFill>
              </a:rPr>
              <a:t>Let's talk about your next engagement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43B6FE8B-5C71-799C-6309-CAFCD817D4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38" y="3725638"/>
            <a:ext cx="4765675" cy="393925"/>
          </a:xfrm>
        </p:spPr>
        <p:txBody>
          <a:bodyPr/>
          <a:lstStyle/>
          <a:p>
            <a:r>
              <a:rPr sz="1400">
                <a:solidFill>
                  <a:srgbClr val="5B738B"/>
                </a:solidFill>
              </a:rPr>
              <a:t>Archimedes AI — SAP EA Internal Tool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44BDC429-978F-EFE0-9D33-9E6DE8C547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1"/>
          <a:stretch/>
        </p:blipFill>
        <p:spPr>
          <a:xfrm>
            <a:off x="5689042" y="552455"/>
            <a:ext cx="5473797" cy="630554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8CF78FD-6B37-D2D3-A779-4EED767E0E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5018088" y="-1031422"/>
            <a:ext cx="7177087" cy="858883"/>
          </a:xfrm>
          <a:prstGeom prst="rect">
            <a:avLst/>
          </a:prstGeom>
          <a:solidFill>
            <a:srgbClr val="FFF3B8"/>
          </a:solidFill>
          <a:ln w="25400" algn="ctr">
            <a:noFill/>
            <a:miter lim="800000"/>
            <a:headEnd/>
            <a:tailEnd/>
          </a:ln>
        </p:spPr>
        <p:txBody>
          <a:bodyPr lIns="72000" tIns="72000" rIns="72000" bIns="72000" rtlCol="0" anchor="ctr"/>
          <a:lstStyle/>
          <a:p>
            <a:r>
              <a:rPr lang="en-GB">
                <a:latin typeface="72 Brand" panose="020B0504030603020204" pitchFamily="34" charset="0"/>
              </a:rPr>
              <a:t>For additional cutouts, follow the </a:t>
            </a:r>
            <a:r>
              <a:rPr lang="en-GB">
                <a:latin typeface="72 Brand" panose="020B0504030603020204" pitchFamily="34" charset="0"/>
                <a:hlinkClick r:id="rId6"/>
              </a:rPr>
              <a:t>step-by-step instructions</a:t>
            </a:r>
            <a:r>
              <a:rPr lang="en-GB">
                <a:latin typeface="72 Brand" panose="020B0504030603020204" pitchFamily="34" charset="0"/>
              </a:rPr>
              <a:t> on how to find cutout images in the SAP Media Library.</a:t>
            </a:r>
            <a:endParaRPr lang="en-GB" dirty="0">
              <a:latin typeface="72 Brand" panose="020B0504030603020204" pitchFamily="34" charset="0"/>
            </a:endParaRP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81232" y="269101"/>
            <a:ext cx="1709244" cy="360000"/>
          </a:xfrm>
          <a:prstGeom prst="rect">
            <a:avLst/>
          </a:prstGeom>
        </p:spPr>
      </p:pic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607979734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554" y="264435"/>
            <a:ext cx="9277232" cy="677108"/>
          </a:xfrm>
        </p:spPr>
        <p:txBody>
          <a:bodyPr/>
          <a:lstStyle/>
          <a:p>
            <a:r>
              <a:rPr sz="2400" b="1">
                <a:solidFill>
                  <a:srgbClr val="002A86"/>
                </a:solidFill>
              </a:rPr>
              <a:t>What is Archimedes AI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232" y="269101"/>
            <a:ext cx="1709244" cy="36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AI-powered orchestrator that converts client inputs into LeanIX import files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Covers the full EA cycle: AS-IS Baseline + TO-BE Target in one pipeline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Engine: Claude API (claude-sonnet-4-6) + official SAP RBA and RSA catalogs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RBA: 756 Business Capabilities across 22 domains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RSA: 324 canonical SAP products with full hierarchy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Runs locally — no infrastructure required, client data stays on your machine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Output files are directly importable into LeanIX via GraphQL API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258554" y="264435"/>
            <a:ext cx="9277232" cy="369332"/>
          </a:xfrm>
        </p:spPr>
        <p:txBody>
          <a:bodyPr/>
          <a:lstStyle/>
          <a:p>
            <a:r>
              <a:rPr sz="2400" b="1">
                <a:solidFill>
                  <a:srgbClr val="002A86"/>
                </a:solidFill>
              </a:rPr>
              <a:t>Archimedes AI — Overview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232" y="269101"/>
            <a:ext cx="1709244" cy="36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554" y="264435"/>
            <a:ext cx="9277232" cy="369332"/>
          </a:xfrm>
        </p:spPr>
        <p:txBody>
          <a:bodyPr/>
          <a:lstStyle/>
          <a:p>
            <a:r>
              <a:rPr sz="2400" b="1">
                <a:solidFill>
                  <a:srgbClr val="002A86"/>
                </a:solidFill>
              </a:rPr>
              <a:t>Inputs and Outputs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232" y="269101"/>
            <a:ext cx="1709244" cy="36000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4000" y="1548000"/>
          <a:ext cx="11186477" cy="4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/>
                <a:gridCol w="2800000"/>
                <a:gridCol w="5586477"/>
              </a:tblGrid>
              <a:tr h="50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Input Type</a:t>
                      </a:r>
                    </a:p>
                  </a:txBody>
                  <a:tcPr>
                    <a:solidFill>
                      <a:srgbClr val="002A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>
                    <a:solidFill>
                      <a:srgbClr val="002A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Archimedes Extracts</a:t>
                      </a:r>
                    </a:p>
                  </a:txBody>
                  <a:tcPr>
                    <a:solidFill>
                      <a:srgbClr val="002A86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OnPrem Systems Excel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Client-provided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Applications + hosting tags (Baseline AS-IS)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Cloud Systems Excel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Client-provided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Cloud apps + solution area tags (Baseline AS-IS)</a:t>
                      </a:r>
                    </a:p>
                  </a:txBody>
                  <a:tcPr/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Requirements Excel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Client-provided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BCs (RBA mapping) + SAP apps (RSA mapping)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PDF documents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Proposals, RFPs, reports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Fact sheets: Apps, BCs, Initiatives</a:t>
                      </a:r>
                    </a:p>
                  </a:txBody>
                  <a:tcPr/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Architecture diagrams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PNG / JPG images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Applications and IT components (Claude Vision)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OUTPUT: baseline.xlsx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→ LeanIX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AS-IS applications with Baseline tags</a:t>
                      </a:r>
                    </a:p>
                  </a:txBody>
                  <a:tcPr/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OUTPUT: target_leanix.xlsx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→ LeanIX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TO-BE: Application, BC, Initiative, ITComponent sheets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554" y="264435"/>
            <a:ext cx="9277232" cy="677108"/>
          </a:xfrm>
        </p:spPr>
        <p:txBody>
          <a:bodyPr/>
          <a:lstStyle/>
          <a:p>
            <a:r>
              <a:rPr sz="2400" b="1">
                <a:solidFill>
                  <a:srgbClr val="002A86"/>
                </a:solidFill>
              </a:rPr>
              <a:t>5-Step Pipeline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232" y="269101"/>
            <a:ext cx="1709244" cy="36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Step 0 — Catalog Check: Verifies RBA/RSA catalog version and offers update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Step 1 — Baseline (AS-IS): Reads OnPrem + Cloud Excel → generates baseline.xlsx with Baseline;OnPremise / Baseline;Cloud tags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Step 2 — Requirements (TO-BE): Reads requirements Excel → Claude maps each row to RBA Business Capabilities and RSA products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Step 2b — PDF: Extracts additional fact sheets from PDFs using Claude API (proposals, offers, reports)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All steps are interactive — the pipeline prompts for each file and can skip any optional input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258554" y="264435"/>
            <a:ext cx="9277232" cy="369332"/>
          </a:xfrm>
        </p:spPr>
        <p:txBody>
          <a:bodyPr/>
          <a:lstStyle/>
          <a:p>
            <a:r>
              <a:rPr sz="2400" b="1">
                <a:solidFill>
                  <a:srgbClr val="002A86"/>
                </a:solidFill>
              </a:rPr>
              <a:t>Pipeline — Steps 0 to 2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232" y="269101"/>
            <a:ext cx="1709244" cy="36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Step 3 — Images: Reads architecture diagrams (.png/.jpg) → Claude Vision extracts apps and IT components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Step 4 — Output generation: Produces multi-sheet LeanIX Excel (Application, BusinessCapability, Initiative, ITComponent, ReadMe)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Step 5 — LeanIX import (optional): Pushes via GraphQL API in correct order: BC → ITC → App → Initiative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If LEANIX_API_TOKEN is configured, import is one command: python3 run.py pipeline --client &lt;name&gt;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Each run is idempotent — safe to re-run with updated inputs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258554" y="264435"/>
            <a:ext cx="9277232" cy="369332"/>
          </a:xfrm>
        </p:spPr>
        <p:txBody>
          <a:bodyPr/>
          <a:lstStyle/>
          <a:p>
            <a:r>
              <a:rPr sz="2400" b="1">
                <a:solidFill>
                  <a:srgbClr val="002A86"/>
                </a:solidFill>
              </a:rPr>
              <a:t>Pipeline — Steps 3 to 5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232" y="269101"/>
            <a:ext cx="1709244" cy="36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554" y="264435"/>
            <a:ext cx="9277232" cy="677108"/>
          </a:xfrm>
        </p:spPr>
        <p:txBody>
          <a:bodyPr/>
          <a:lstStyle/>
          <a:p>
            <a:r>
              <a:rPr sz="2400" b="1">
                <a:solidFill>
                  <a:srgbClr val="002A86"/>
                </a:solidFill>
              </a:rPr>
              <a:t>Real Case — Acciona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232" y="269101"/>
            <a:ext cx="1709244" cy="36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554" y="264435"/>
            <a:ext cx="9277232" cy="369332"/>
          </a:xfrm>
        </p:spPr>
        <p:txBody>
          <a:bodyPr/>
          <a:lstStyle/>
          <a:p>
            <a:r>
              <a:rPr sz="2400" b="1">
                <a:solidFill>
                  <a:srgbClr val="002A86"/>
                </a:solidFill>
              </a:rPr>
              <a:t>Acciona — Pipeline Results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232" y="269101"/>
            <a:ext cx="1709244" cy="36000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4000" y="1548000"/>
          <a:ext cx="11186477" cy="4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000"/>
                <a:gridCol w="4000000"/>
                <a:gridCol w="4186477"/>
              </a:tblGrid>
              <a:tr h="50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Phase</a:t>
                      </a:r>
                    </a:p>
                  </a:txBody>
                  <a:tcPr>
                    <a:solidFill>
                      <a:srgbClr val="002A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002A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002A86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Baseline AS-IS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Total applications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37 apps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Baseline AS-IS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On-Premise systems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14 apps (Baseline;OnPremise tag)</a:t>
                      </a:r>
                    </a:p>
                  </a:txBody>
                  <a:tcPr/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Baseline AS-IS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Cloud systems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23 apps (Baseline;Cloud tag)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Requirements processing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Requirements analyzed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462 rows</a:t>
                      </a:r>
                    </a:p>
                  </a:txBody>
                  <a:tcPr/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Target TO-BE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SAP applications mapped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7 canonical RSA apps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Target TO-BE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Business Capabilities (RBA)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20 leaf BCs with parent hierarchy</a:t>
                      </a:r>
                    </a:p>
                  </a:txBody>
                  <a:tcPr/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Target TO-BE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Initiatives (by process)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9 initiatives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Target TO-BE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IT Components derived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8 ITCs (from app-to-ITC map)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Full LeanIX population for a real client engagement — baseline to target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462 requirements processed and mapped to RBA/RSA in minutes, not days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BC hierarchy automatically built from RBA: leaf nodes + parent chain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Initiatives grouped by process (not by individual requirement) — ready for roadmap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IT Components auto-derived from app-to-ITC static map (S/4HANA, SAC, IBP, Ariba...)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Output imported into LeanIX directly — EA can start working on day 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258554" y="264435"/>
            <a:ext cx="9277232" cy="369332"/>
          </a:xfrm>
        </p:spPr>
        <p:txBody>
          <a:bodyPr/>
          <a:lstStyle/>
          <a:p>
            <a:r>
              <a:rPr sz="2400" b="1">
                <a:solidFill>
                  <a:srgbClr val="002A86"/>
                </a:solidFill>
              </a:rPr>
              <a:t>Acciona — What This Means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232" y="269101"/>
            <a:ext cx="1709244" cy="36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554" y="264435"/>
            <a:ext cx="9277232" cy="677108"/>
          </a:xfrm>
        </p:spPr>
        <p:txBody>
          <a:bodyPr/>
          <a:lstStyle/>
          <a:p>
            <a:r>
              <a:rPr sz="2400" b="1">
                <a:solidFill>
                  <a:srgbClr val="002A86"/>
                </a:solidFill>
              </a:rPr>
              <a:t>Value for Advisory Architects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232" y="269101"/>
            <a:ext cx="1709244" cy="36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554" y="264435"/>
            <a:ext cx="9277232" cy="369332"/>
          </a:xfrm>
        </p:spPr>
        <p:txBody>
          <a:bodyPr/>
          <a:lstStyle/>
          <a:p>
            <a:r>
              <a:rPr sz="2400" b="1">
                <a:solidFill>
                  <a:srgbClr val="002A86"/>
                </a:solidFill>
              </a:rPr>
              <a:t>Without vs. With Archimedes AI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232" y="269101"/>
            <a:ext cx="1709244" cy="36000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4000" y="1548000"/>
          <a:ext cx="11186477" cy="4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0000"/>
                <a:gridCol w="3800000"/>
                <a:gridCol w="3886477"/>
              </a:tblGrid>
              <a:tr h="50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Activity</a:t>
                      </a:r>
                    </a:p>
                  </a:txBody>
                  <a:tcPr>
                    <a:solidFill>
                      <a:srgbClr val="002A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Without Archimedes</a:t>
                      </a:r>
                    </a:p>
                  </a:txBody>
                  <a:tcPr>
                    <a:solidFill>
                      <a:srgbClr val="002A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With Archimedes</a:t>
                      </a:r>
                    </a:p>
                  </a:txBody>
                  <a:tcPr>
                    <a:solidFill>
                      <a:srgbClr val="002A86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LeanIX population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2–3 days manual work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Minutes (automated pipeline)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BC coverage (RBA)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Depends on individual knowledge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Guaranteed — 756 BCs, 22 domains</a:t>
                      </a:r>
                    </a:p>
                  </a:txBody>
                  <a:tcPr/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App-to-RSA mapping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Manual, subjective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Canonical resolution (324 SAP products)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Multi-source handling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Each source processed separately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One orchestrator, all sources</a:t>
                      </a:r>
                    </a:p>
                  </a:txBody>
                  <a:tcPr/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PDF / diagram input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Manual extraction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Claude API vision + NLP extraction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LeanIX import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Manual upload + mapping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Direct GraphQL push, correct order</a:t>
                      </a:r>
                    </a:p>
                  </a:txBody>
                  <a:tcPr/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Scalability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Depends on who knows the catalog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Any Advisory Architect, any client</a:t>
                      </a:r>
                    </a:p>
                  </a:txBody>
                  <a:tcPr>
                    <a:solidFill>
                      <a:srgbClr val="EAEC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From: manual data entry and catalog lookup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To: strategic validation, gap analysis, and client recommendations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EA value is in decisions, not in populating spreadsheets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Archimedes provides a consistent, repeatable baseline from day one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Enables faster time-to-value: present a populated LeanIX in the first workshop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Works for any client — not tied to a specific sector or system landscape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258554" y="264435"/>
            <a:ext cx="9277232" cy="369332"/>
          </a:xfrm>
        </p:spPr>
        <p:txBody>
          <a:bodyPr/>
          <a:lstStyle/>
          <a:p>
            <a:r>
              <a:rPr sz="2400" b="1">
                <a:solidFill>
                  <a:srgbClr val="002A86"/>
                </a:solidFill>
              </a:rPr>
              <a:t>The Advisory Architect's Time — Refocused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232" y="269101"/>
            <a:ext cx="1709244" cy="36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554" y="264435"/>
            <a:ext cx="9277232" cy="677108"/>
          </a:xfrm>
        </p:spPr>
        <p:txBody>
          <a:bodyPr/>
          <a:lstStyle/>
          <a:p>
            <a:r>
              <a:rPr sz="2400" b="1">
                <a:solidFill>
                  <a:srgbClr val="002A86"/>
                </a:solidFill>
              </a:rPr>
              <a:t>Getting Started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232" y="269101"/>
            <a:ext cx="1709244" cy="36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Prerequisites: Python 3.10+, ANTHROPIC_API_KEY, optional LEANIX_API_TOKEN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Clone repo: /Users/I519409/dev/archimedes-ai/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Install dependencies: pip install -r requirements.txt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Run the pipeline: python3 run.py pipeline --client &lt;client_name&gt;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The pipeline is fully interactive — prompts for each input file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Optional: python3 run.py enrich  (enrich only) or  run.py push  (push to LeanIX only)</a:t>
            </a:r>
          </a:p>
          <a:p>
            <a:pPr>
              <a:spcBef>
                <a:spcPts val="500"/>
              </a:spcBef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</a:rPr>
              <a:t>•  Output saved to: output/&lt;client_name&gt;/  (baseline.xlsx + target_leanix.xlsx)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258554" y="264435"/>
            <a:ext cx="9277232" cy="369332"/>
          </a:xfrm>
        </p:spPr>
        <p:txBody>
          <a:bodyPr/>
          <a:lstStyle/>
          <a:p>
            <a:r>
              <a:rPr sz="2400" b="1">
                <a:solidFill>
                  <a:srgbClr val="002A86"/>
                </a:solidFill>
              </a:rPr>
              <a:t>Running Archimedes AI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232" y="269101"/>
            <a:ext cx="1709244" cy="3600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AGENDA" val="TOC TOCShowsSubsections Dividers SectionNumber SlideNumber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2915f3e2-8299-477b-bc6f-b8374767579c&quot; /&gt;"/>
  <p:tag name="SP_POWERSHAPE" val="&lt;PowerShapeTag ClassVersion=&quot;0&quot; GUID=&quot;482b1744-6a2c-4e40-b634-2f3943210f4d&quot; IsConsolidated=&quot;False&quot; IsTopLevel=&quot;True&quot; Source=&quot;Group 4&quot; Layer=&quot;Group 4&quot; /&gt;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True&quot; Source=&quot;Group 5&quot; Layer=&quot;Group 5&quot; /&gt;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True&quot; Source=&quot;Harvey 8&quot; Layer=&quot;Harvey 8&quot; /&gt;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d5f66dcd-7c8d-4661-849b-23a9587c15e3&quot; /&gt;"/>
  <p:tag name="SP_POWERSHAPE" val="&lt;PowerShapeTag ClassVersion=&quot;0&quot; GUID=&quot;81f1f80b-b882-418d-8bbb-9c38d8d27274&quot; IsConsolidated=&quot;False&quot; IsTopLevel=&quot;True&quot; Layer=&quot;Harvey 100&quot; Source=&quot;Harvey 100&quot; /&gt;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0/100 [0]&quot; Source=&quot;Harvey 100&quot; /&gt;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/100 [1]&quot; Source=&quot;Harvey 100&quot; /&gt;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/100 [2]&quot; Source=&quot;Harvey 100&quot; /&gt;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/100 [3]&quot; Source=&quot;Harvey 100&quot; /&gt;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/100 [4]&quot; Source=&quot;Harvey 100&quot; /&gt;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/100 [5]&quot; Source=&quot;Harvey 100&quot; /&gt;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/100 [6]&quot; Source=&quot;Harvey 100&quot; /&gt;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/100 [7]&quot; Source=&quot;Harvey 100&quot; /&gt;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/100 [8]&quot; Source=&quot;Harvey 100&quot; /&gt;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/100 [9]&quot; Source=&quot;Harvey 100&quot; /&gt;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0/100 [10]&quot; Source=&quot;Harvey 100&quot; /&gt;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1/100 [11]&quot; Source=&quot;Harvey 100&quot; /&gt;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2/100 [12]&quot; Source=&quot;Harvey 100&quot; /&gt;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3/100 [13]&quot; Source=&quot;Harvey 100&quot; /&gt;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4/100 [14]&quot; Source=&quot;Harvey 100&quot; /&gt;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5/100 [15]&quot; Source=&quot;Harvey 100&quot; /&gt;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6/100 [16]&quot; Source=&quot;Harvey 100&quot; /&gt;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7/100 [17]&quot; Source=&quot;Harvey 100&quot; /&gt;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8/100 [18]&quot; Source=&quot;Harvey 100&quot; /&gt;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9/100 [19]&quot; Source=&quot;Harvey 100&quot; /&gt;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0/100 [20]&quot; Source=&quot;Harvey 100&quot; /&gt;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1/100 [21]&quot; Source=&quot;Harvey 100&quot; /&gt;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2/100 [22]&quot; Source=&quot;Harvey 100&quot; /&gt;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3/100 [23]&quot; Source=&quot;Harvey 100&quot; /&gt;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4/100 [24]&quot; Source=&quot;Harvey 100&quot; /&gt;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5/100 [25]&quot; Source=&quot;Harvey 100&quot; /&gt;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6/100 [26]&quot; Source=&quot;Harvey 100&quot; /&gt;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7/100 [27]&quot; Source=&quot;Harvey 100&quot; /&gt;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8/100 [28]&quot; Source=&quot;Harvey 100&quot; /&gt;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9/100 [29]&quot; Source=&quot;Harvey 100&quot; /&gt;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0/100 [30]&quot; Source=&quot;Harvey 100&quot; /&gt;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1/100 [31]&quot; Source=&quot;Harvey 100&quot; /&gt;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2/100 [32]&quot; Source=&quot;Harvey 100&quot; /&gt;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3/100 [33]&quot; Source=&quot;Harvey 100&quot; /&gt;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4/100 [34]&quot; Source=&quot;Harvey 100&quot; /&gt;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5/100 [35]&quot; Source=&quot;Harvey 100&quot; /&gt;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6/100 [36]&quot; Source=&quot;Harvey 100&quot; /&gt;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7/100 [37]&quot; Source=&quot;Harvey 100&quot; /&gt;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8/100 [38]&quot; Source=&quot;Harvey 100&quot; /&gt;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9/100 [39]&quot; Source=&quot;Harvey 100&quot; /&gt;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0/100 [40]&quot; Source=&quot;Harvey 100&quot; /&gt;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1/100 [41]&quot; Source=&quot;Harvey 100&quot; /&gt;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2/100 [42]&quot; Source=&quot;Harvey 100&quot; /&gt;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3/100 [43]&quot; Source=&quot;Harvey 100&quot; /&gt;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4/100 [44]&quot; Source=&quot;Harvey 100&quot; /&gt;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5/100 [45]&quot; Source=&quot;Harvey 100&quot; /&gt;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6/100 [46]&quot; Source=&quot;Harvey 100&quot; /&gt;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7/100 [47]&quot; Source=&quot;Harvey 100&quot; /&gt;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8/100 [48]&quot; Source=&quot;Harvey 100&quot; /&gt;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9/100 [49]&quot; Source=&quot;Harvey 100&quot; /&gt;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0/100 [50]&quot; Source=&quot;Harvey 100&quot; /&gt;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1/100 [51]&quot; Source=&quot;Harvey 100&quot; /&gt;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2/100 [52]&quot; Source=&quot;Harvey 100&quot; /&gt;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3/100 [53]&quot; Source=&quot;Harvey 100&quot; /&gt;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4/100 [54]&quot; Source=&quot;Harvey 100&quot; /&gt;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5/100 [55]&quot; Source=&quot;Harvey 100&quot; /&gt;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6/100 [56]&quot; Source=&quot;Harvey 100&quot; /&gt;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7/100 [57]&quot; Source=&quot;Harvey 100&quot; /&gt;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8/100 [58]&quot; Source=&quot;Harvey 100&quot; /&gt;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9/100 [59]&quot; Source=&quot;Harvey 100&quot; /&gt;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0/100 [60]&quot; Source=&quot;Harvey 100&quot; /&gt;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1/100 [61]&quot; Source=&quot;Harvey 100&quot; /&gt;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2/100 [62]&quot; Source=&quot;Harvey 100&quot; /&gt;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3/100 [63]&quot; Source=&quot;Harvey 100&quot; /&gt;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4/100 [64]&quot; Source=&quot;Harvey 100&quot; /&gt;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5/100 [65]&quot; Source=&quot;Harvey 100&quot; /&gt;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6/100 [66]&quot; Source=&quot;Harvey 100&quot; /&gt;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7/100 [67]&quot; Source=&quot;Harvey 100&quot; /&gt;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8/100 [68]&quot; Source=&quot;Harvey 100&quot; /&gt;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9/100 [69]&quot; Source=&quot;Harvey 100&quot; /&gt;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0/100 [70]&quot; Source=&quot;Harvey 100&quot; /&gt;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1/100 [71]&quot; Source=&quot;Harvey 100&quot; /&gt;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2/100 [72]&quot; Source=&quot;Harvey 100&quot; /&gt;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3/100 [73]&quot; Source=&quot;Harvey 100&quot; /&gt;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4/100 [74]&quot; Source=&quot;Harvey 100&quot; /&gt;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5/100 [75]&quot; Source=&quot;Harvey 100&quot; /&gt;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6/100 [76]&quot; Source=&quot;Harvey 100&quot; /&gt;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7/100 [77]&quot; Source=&quot;Harvey 100&quot; /&gt;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8/100 [78]&quot; Source=&quot;Harvey 100&quot; /&gt;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9/100 [79]&quot; Source=&quot;Harvey 100&quot; /&gt;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0/100 [80]&quot; Source=&quot;Harvey 100&quot; /&gt;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1/100 [81]&quot; Source=&quot;Harvey 100&quot; /&gt;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2/100 [82]&quot; Source=&quot;Harvey 100&quot; /&gt;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3/100 [83]&quot; Source=&quot;Harvey 100&quot; /&gt;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4/100 [84]&quot; Source=&quot;Harvey 100&quot; /&gt;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5/100 [85]&quot; Source=&quot;Harvey 100&quot; /&gt;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6/100 [86]&quot; Source=&quot;Harvey 100&quot; /&gt;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7/100 [87]&quot; Source=&quot;Harvey 100&quot; /&gt;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8/100 [88]&quot; Source=&quot;Harvey 100&quot; /&gt;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9/100 [89]&quot; Source=&quot;Harvey 100&quot; /&gt;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0/100 [90]&quot; Source=&quot;Harvey 100&quot; /&gt;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1/100 [91]&quot; Source=&quot;Harvey 100&quot; /&gt;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2/100 [92]&quot; Source=&quot;Harvey 100&quot; /&gt;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3/100 [93]&quot; Source=&quot;Harvey 100&quot; /&gt;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4/100 [94]&quot; Source=&quot;Harvey 100&quot; /&gt;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5/100 [95]&quot; Source=&quot;Harvey 100&quot; /&gt;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6/100 [96]&quot; Source=&quot;Harvey 100&quot; /&gt;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7/100 [97]&quot; Source=&quot;Harvey 100&quot; /&gt;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8/100 [98]&quot; Source=&quot;Harvey 100&quot; /&gt;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9/100 [99]&quot; Source=&quot;Harvey 100&quot; /&gt;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00/100 [100]&quot; Source=&quot;Harvey 100&quot; /&gt;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0/8 [0]&quot; /&gt;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1/8 [1]&quot; /&gt;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2/8 [2]&quot; /&gt;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3/8 [3]&quot; /&gt;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4/8 [4]&quot; /&gt;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5/8 [5]&quot; /&gt;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6/8 [6]&quot; /&gt;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7/8 [7]&quot; /&gt;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8/8 [8]&quot; /&gt;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False&quot; Source=&quot;Group 5&quot; Layer=&quot;Harvey 0/4 [0]&quot; /&gt;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False&quot; Source=&quot;Group 5&quot; Layer=&quot;Harvey 1/4 [1]&quot; /&gt;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False&quot; Source=&quot;Group 5&quot; Layer=&quot;Harvey 2/4 [2]&quot; /&gt;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False&quot; Source=&quot;Group 5&quot; Layer=&quot;Harvey 3/4 [3]&quot; /&gt;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False&quot; Source=&quot;Group 5&quot; Layer=&quot;Harvey 4/4 [4]&quot; /&gt;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2915f3e2-8299-477b-bc6f-b8374767579c&quot; /&gt;"/>
  <p:tag name="SP_POWERSHAPE" val="&lt;PowerShapeTag ClassVersion=&quot;0&quot; GUID=&quot;482b1744-6a2c-4e40-b634-2f3943210f4d&quot; IsConsolidated=&quot;False&quot; IsTopLevel=&quot;False&quot; Source=&quot;Group 4&quot; Layer=&quot;Harvey 0/3 [0]&quot; /&gt;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2915f3e2-8299-477b-bc6f-b8374767579c&quot; /&gt;"/>
  <p:tag name="SP_POWERSHAPE" val="&lt;PowerShapeTag ClassVersion=&quot;0&quot; GUID=&quot;482b1744-6a2c-4e40-b634-2f3943210f4d&quot; IsConsolidated=&quot;False&quot; IsTopLevel=&quot;False&quot; Source=&quot;Group 4&quot; Layer=&quot;Harvey 1/3 [1]&quot; /&gt;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2915f3e2-8299-477b-bc6f-b8374767579c&quot; /&gt;"/>
  <p:tag name="SP_POWERSHAPE" val="&lt;PowerShapeTag ClassVersion=&quot;0&quot; GUID=&quot;482b1744-6a2c-4e40-b634-2f3943210f4d&quot; IsConsolidated=&quot;False&quot; IsTopLevel=&quot;False&quot; Source=&quot;Group 4&quot; Layer=&quot;Harvey 2/3 [2]&quot; /&gt;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2915f3e2-8299-477b-bc6f-b8374767579c&quot; /&gt;"/>
  <p:tag name="SP_POWERSHAPE" val="&lt;PowerShapeTag ClassVersion=&quot;0&quot; GUID=&quot;482b1744-6a2c-4e40-b634-2f3943210f4d&quot; IsConsolidated=&quot;False&quot; IsTopLevel=&quot;False&quot; Source=&quot;Group 4&quot; Layer=&quot;Harvey 3/3 [3]&quot; /&gt;"/>
</p:tagLst>
</file>

<file path=ppt/theme/theme1.xml><?xml version="1.0" encoding="utf-8"?>
<a:theme xmlns:a="http://schemas.openxmlformats.org/drawingml/2006/main" name="SAP Template">
  <a:themeElements>
    <a:clrScheme name="SAP Colors 2023">
      <a:dk1>
        <a:srgbClr val="000000"/>
      </a:dk1>
      <a:lt1>
        <a:srgbClr val="FFFFFF"/>
      </a:lt1>
      <a:dk2>
        <a:srgbClr val="1B90FF"/>
      </a:dk2>
      <a:lt2>
        <a:srgbClr val="89D1FF"/>
      </a:lt2>
      <a:accent1>
        <a:srgbClr val="E76500"/>
      </a:accent1>
      <a:accent2>
        <a:srgbClr val="049F9A"/>
      </a:accent2>
      <a:accent3>
        <a:srgbClr val="36A41D"/>
      </a:accent3>
      <a:accent4>
        <a:srgbClr val="FA4F96"/>
      </a:accent4>
      <a:accent5>
        <a:srgbClr val="F31DED"/>
      </a:accent5>
      <a:accent6>
        <a:srgbClr val="7858FF"/>
      </a:accent6>
      <a:hlink>
        <a:srgbClr val="0070F2"/>
      </a:hlink>
      <a:folHlink>
        <a:srgbClr val="0070F2"/>
      </a:folHlink>
    </a:clrScheme>
    <a:fontScheme name="SAP 2023">
      <a:majorFont>
        <a:latin typeface="72 Brand Medium"/>
        <a:ea typeface=""/>
        <a:cs typeface=""/>
      </a:majorFont>
      <a:minorFont>
        <a:latin typeface="72 Brand"/>
        <a:ea typeface=""/>
        <a:cs typeface=""/>
      </a:minorFont>
    </a:fontScheme>
    <a:fmtScheme name="Median">
      <a:fillStyleLst>
        <a:solidFill>
          <a:schemeClr val="phClr"/>
        </a:solidFill>
        <a:solidFill>
          <a:schemeClr val="phClr">
            <a:tint val="50000"/>
          </a:schemeClr>
        </a:solidFill>
        <a:solidFill>
          <a:schemeClr val="phClr"/>
        </a:soli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47625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  <a:scene3d>
            <a:camera prst="isometricTopDown" fov="0">
              <a:rot lat="0" lon="0" rev="0"/>
            </a:camera>
            <a:lightRig rig="balanced" dir="t">
              <a:rot lat="0" lon="0" rev="13800000"/>
            </a:lightRig>
          </a:scene3d>
          <a:sp3d extrusionH="12700" prstMaterial="plastic">
            <a:bevelT w="38100" h="25400" prst="softRound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noFill/>
        <a:ln w="28575" algn="ctr">
          <a:solidFill>
            <a:schemeClr val="tx1"/>
          </a:solidFill>
          <a:miter lim="800000"/>
          <a:headEnd/>
          <a:tailEnd/>
        </a:ln>
      </a:spPr>
      <a:bodyPr lIns="90000" tIns="72000" rIns="90000" bIns="72000" rtlCol="0" anchor="ctr"/>
      <a:lstStyle>
        <a:defPPr marR="0" algn="ctr" defTabSz="91440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>
            <a:srgbClr val="F0AB00"/>
          </a:buClr>
          <a:buSzPct val="80000"/>
          <a:tabLst/>
          <a:defRPr kumimoji="0" sz="1400" b="0" i="0" u="none" strike="noStrike" kern="0" cap="none" spc="0" normalizeH="0" baseline="0" noProof="0" dirty="0" err="1" smtClean="0">
            <a:ln>
              <a:noFill/>
            </a:ln>
            <a:effectLst/>
            <a:uLnTx/>
            <a:uFillTx/>
            <a:latin typeface="+mn-lt"/>
            <a:ea typeface="72 Brand" pitchFamily="34" charset="-128"/>
            <a:cs typeface="72 Brand" pitchFamily="34" charset="-128"/>
          </a:defRPr>
        </a:defPPr>
      </a:lstStyle>
    </a:spDef>
    <a:lnDef>
      <a:spPr>
        <a:ln w="25400"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28575">
          <a:noFill/>
        </a:ln>
      </a:spPr>
      <a:bodyPr wrap="square" lIns="0" tIns="0" rIns="0" bIns="0" rtlCol="0">
        <a:spAutoFit/>
      </a:bodyPr>
      <a:lstStyle>
        <a:defPPr algn="l" fontAlgn="base">
          <a:spcBef>
            <a:spcPct val="50000"/>
          </a:spcBef>
          <a:spcAft>
            <a:spcPct val="0"/>
          </a:spcAft>
          <a:buClr>
            <a:schemeClr val="tx1"/>
          </a:buClr>
          <a:buSzPct val="100000"/>
          <a:defRPr sz="1400" kern="0" dirty="0" err="1" smtClean="0">
            <a:latin typeface="72 Brand" panose="020B0504030603020204" pitchFamily="34" charset="0"/>
            <a:ea typeface="72 Brand" pitchFamily="34" charset="-128"/>
            <a:cs typeface="72 Brand" pitchFamily="34" charset="-128"/>
          </a:defRPr>
        </a:defPPr>
      </a:lstStyle>
    </a:txDef>
  </a:objectDefaults>
  <a:extraClrSchemeLst/>
  <a:custClrLst>
    <a:custClr name="Blue 2">
      <a:srgbClr val="D1EFFF"/>
    </a:custClr>
    <a:custClr name="Blue 4">
      <a:srgbClr val="89D1FF"/>
    </a:custClr>
    <a:custClr name="Blue 6">
      <a:srgbClr val="1B90FF"/>
    </a:custClr>
    <a:custClr name="Blue 7">
      <a:srgbClr val="0070F2"/>
    </a:custClr>
    <a:custClr name="Blue 10">
      <a:srgbClr val="002A86"/>
    </a:custClr>
    <a:custClr name="Blue 11">
      <a:srgbClr val="00144A"/>
    </a:custClr>
    <a:custClr name="Mango 2">
      <a:srgbClr val="FFF3B8"/>
    </a:custClr>
    <a:custClr name="Mango 4">
      <a:srgbClr val="FFC933"/>
    </a:custClr>
    <a:custClr name="Mango 6">
      <a:srgbClr val="E76500"/>
    </a:custClr>
    <a:custClr name="Mango 7">
      <a:srgbClr val="C35500"/>
    </a:custClr>
    <a:custClr name="Mango 10">
      <a:srgbClr val="6D1900"/>
    </a:custClr>
    <a:custClr name="Mango 11">
      <a:srgbClr val="450B00"/>
    </a:custClr>
    <a:custClr name="Teal 2">
      <a:srgbClr val="C2FCEE"/>
    </a:custClr>
    <a:custClr name="Teal 4">
      <a:srgbClr val="2CE0BF"/>
    </a:custClr>
    <a:custClr name="Teal 6">
      <a:srgbClr val="049F9A"/>
    </a:custClr>
    <a:custClr name="Teal 7">
      <a:srgbClr val="07838F"/>
    </a:custClr>
    <a:custClr name="Teal 10">
      <a:srgbClr val="02414C"/>
    </a:custClr>
    <a:custClr name="Teal 11">
      <a:srgbClr val="012931"/>
    </a:custClr>
    <a:custClr name="Green 2">
      <a:srgbClr val="EBF5CB"/>
    </a:custClr>
    <a:custClr name="Green 4">
      <a:srgbClr val="97DD40"/>
    </a:custClr>
    <a:custClr name="Green 6">
      <a:srgbClr val="36A41D"/>
    </a:custClr>
    <a:custClr name="Green 7">
      <a:srgbClr val="188918"/>
    </a:custClr>
    <a:custClr name="Green 10">
      <a:srgbClr val="164323"/>
    </a:custClr>
    <a:custClr name="Green 11">
      <a:srgbClr val="0E2B16"/>
    </a:custClr>
    <a:custClr name="Red 2">
      <a:srgbClr val="FFD5EA"/>
    </a:custClr>
    <a:custClr name="Red 4">
      <a:srgbClr val="FF8CB2"/>
    </a:custClr>
    <a:custClr name="Red 6">
      <a:srgbClr val="EE3939"/>
    </a:custClr>
    <a:custClr name="Red 7">
      <a:srgbClr val="D20A0A"/>
    </a:custClr>
    <a:custClr name="Red 10">
      <a:srgbClr val="5A0404"/>
    </a:custClr>
    <a:custClr name="Red 11">
      <a:srgbClr val="350000"/>
    </a:custClr>
    <a:custClr name="Raspberry 2">
      <a:srgbClr val="FFDCE8"/>
    </a:custClr>
    <a:custClr name="Raspberry 4">
      <a:srgbClr val="FEADC8"/>
    </a:custClr>
    <a:custClr name="Raspberry 6">
      <a:srgbClr val="FA4F96"/>
    </a:custClr>
    <a:custClr name="Raspberry 7">
      <a:srgbClr val="DF1278"/>
    </a:custClr>
    <a:custClr name="Raspberry 10">
      <a:srgbClr val="71014B"/>
    </a:custClr>
    <a:custClr name="Raspberry 11">
      <a:srgbClr val="510136"/>
    </a:custClr>
    <a:custClr name="Pink 2">
      <a:srgbClr val="FFDCF3"/>
    </a:custClr>
    <a:custClr name="Pink 4">
      <a:srgbClr val="FF8AF0"/>
    </a:custClr>
    <a:custClr name="Pink 6">
      <a:srgbClr val="F31DED"/>
    </a:custClr>
    <a:custClr name="Pink 7">
      <a:srgbClr val="CC00DC"/>
    </a:custClr>
    <a:custClr name="Pink 10">
      <a:srgbClr val="510080"/>
    </a:custClr>
    <a:custClr name="Pink 11">
      <a:srgbClr val="28004A"/>
    </a:custClr>
    <a:custClr name="Indigo 2">
      <a:srgbClr val="E2D8FF"/>
    </a:custClr>
    <a:custClr name="Indigo 4">
      <a:srgbClr val="B894FF"/>
    </a:custClr>
    <a:custClr name="Indigo 6">
      <a:srgbClr val="7858FF"/>
    </a:custClr>
    <a:custClr name="Indigo 7">
      <a:srgbClr val="5D36FF"/>
    </a:custClr>
    <a:custClr name="Indigo 10">
      <a:srgbClr val="1C0C6E"/>
    </a:custClr>
    <a:custClr name="Indigo 11">
      <a:srgbClr val="0E0637"/>
    </a:custClr>
  </a:custClrLst>
  <a:extLst>
    <a:ext uri="{05A4C25C-085E-4340-85A3-A5531E510DB2}">
      <thm15:themeFamily xmlns:thm15="http://schemas.microsoft.com/office/thememl/2012/main" name="SAP LeanIX.pptx" id="{F01AAE40-E2A5-464E-BB66-AD58C462510A}" vid="{0B4FB6DA-BFC0-4979-B3EE-EA9A381FC453}"/>
    </a:ext>
  </a:extLst>
</a:theme>
</file>

<file path=ppt/theme/theme2.xml><?xml version="1.0" encoding="utf-8"?>
<a:theme xmlns:a="http://schemas.openxmlformats.org/drawingml/2006/main" name="Office Theme">
  <a:themeElements>
    <a:clrScheme name="SAP_Colors2011_1.1">
      <a:dk1>
        <a:srgbClr val="000000"/>
      </a:dk1>
      <a:lt1>
        <a:srgbClr val="FFFFFF"/>
      </a:lt1>
      <a:dk2>
        <a:srgbClr val="0076CB"/>
      </a:dk2>
      <a:lt2>
        <a:srgbClr val="CCCCCC"/>
      </a:lt2>
      <a:accent1>
        <a:srgbClr val="F0AB00"/>
      </a:accent1>
      <a:accent2>
        <a:srgbClr val="666666"/>
      </a:accent2>
      <a:accent3>
        <a:srgbClr val="0076CB"/>
      </a:accent3>
      <a:accent4>
        <a:srgbClr val="4FB81C"/>
      </a:accent4>
      <a:accent5>
        <a:srgbClr val="E35500"/>
      </a:accent5>
      <a:accent6>
        <a:srgbClr val="760A85"/>
      </a:accent6>
      <a:hlink>
        <a:srgbClr val="666666"/>
      </a:hlink>
      <a:folHlink>
        <a:srgbClr val="CCCCCC"/>
      </a:folHlink>
    </a:clrScheme>
    <a:fontScheme name="SAP_Fonts201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Median">
      <a:fillStyleLst>
        <a:solidFill>
          <a:schemeClr val="phClr"/>
        </a:solidFill>
        <a:solidFill>
          <a:schemeClr val="phClr">
            <a:tint val="50000"/>
          </a:schemeClr>
        </a:solidFill>
        <a:solidFill>
          <a:schemeClr val="phClr"/>
        </a:soli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47625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  <a:scene3d>
            <a:camera prst="isometricTopDown" fov="0">
              <a:rot lat="0" lon="0" rev="0"/>
            </a:camera>
            <a:lightRig rig="balanced" dir="t">
              <a:rot lat="0" lon="0" rev="13800000"/>
            </a:lightRig>
          </a:scene3d>
          <a:sp3d extrusionH="12700" prstMaterial="plastic">
            <a:bevelT w="38100" h="25400" prst="softRound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custClrLst>
    <a:custClr name="Blue 2">
      <a:srgbClr val="D1EFFF"/>
    </a:custClr>
  </a:custClrLst>
</a:theme>
</file>

<file path=ppt/theme/theme3.xml><?xml version="1.0" encoding="utf-8"?>
<a:theme xmlns:a="http://schemas.openxmlformats.org/drawingml/2006/main" name="Office Theme">
  <a:themeElements>
    <a:clrScheme name="SAP_Colors2011">
      <a:dk1>
        <a:srgbClr val="000000"/>
      </a:dk1>
      <a:lt1>
        <a:srgbClr val="FFFFFF"/>
      </a:lt1>
      <a:dk2>
        <a:srgbClr val="00AFE3"/>
      </a:dk2>
      <a:lt2>
        <a:srgbClr val="CCCCCC"/>
      </a:lt2>
      <a:accent1>
        <a:srgbClr val="FDB913"/>
      </a:accent1>
      <a:accent2>
        <a:srgbClr val="626366"/>
      </a:accent2>
      <a:accent3>
        <a:srgbClr val="0082C9"/>
      </a:accent3>
      <a:accent4>
        <a:srgbClr val="4BBE44"/>
      </a:accent4>
      <a:accent5>
        <a:srgbClr val="B1D249"/>
      </a:accent5>
      <a:accent6>
        <a:srgbClr val="80298F"/>
      </a:accent6>
      <a:hlink>
        <a:srgbClr val="04357B"/>
      </a:hlink>
      <a:folHlink>
        <a:srgbClr val="999999"/>
      </a:folHlink>
    </a:clrScheme>
    <a:fontScheme name="SAP_Fonts201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Median">
      <a:fillStyleLst>
        <a:solidFill>
          <a:schemeClr val="phClr"/>
        </a:solidFill>
        <a:solidFill>
          <a:schemeClr val="phClr">
            <a:tint val="50000"/>
          </a:schemeClr>
        </a:solidFill>
        <a:solidFill>
          <a:schemeClr val="phClr"/>
        </a:soli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47625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  <a:scene3d>
            <a:camera prst="isometricTopDown" fov="0">
              <a:rot lat="0" lon="0" rev="0"/>
            </a:camera>
            <a:lightRig rig="balanced" dir="t">
              <a:rot lat="0" lon="0" rev="13800000"/>
            </a:lightRig>
          </a:scene3d>
          <a:sp3d extrusionH="12700" prstMaterial="plastic">
            <a:bevelT w="38100" h="25400" prst="softRound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custClrLst>
    <a:custClr name="Blue 2">
      <a:srgbClr val="D1EFFF"/>
    </a:custClr>
  </a:custClr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D0FCFAFA-D3D3-1441-8101-DA629D03A5D9}">
  <we:reference id="b0692d11-e342-a550-cfba-e8c57e47b8f1" version="1.0.0.8" store="EXCatalog" storeType="EXCatalog"/>
  <we:alternateReferences/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E65AE667-A5F5-0F47-8627-5174A8B7EA47}">
  <we:reference id="b8d7a30b-109c-4c41-a1df-a6cb639730b5" version="2.0.0.5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9.xml"/></Relationships>
</file>

<file path=customXml/_rels/item2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0.xml"/></Relationships>
</file>

<file path=customXml/_rels/item2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1.xml"/></Relationships>
</file>

<file path=customXml/_rels/item2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2.xml"/></Relationships>
</file>

<file path=customXml/_rels/item2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3.xml"/></Relationships>
</file>

<file path=customXml/_rels/item2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4.xml"/></Relationships>
</file>

<file path=customXml/_rels/item2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5.xml"/></Relationships>
</file>

<file path=customXml/_rels/item2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6.xml"/></Relationships>
</file>

<file path=customXml/_rels/item2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7.xml"/></Relationships>
</file>

<file path=customXml/_rels/item2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8.xml"/></Relationships>
</file>

<file path=customXml/_rels/item2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9.xml"/></Relationships>
</file>

<file path=customXml/_rels/item3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0.xml"/></Relationships>
</file>

<file path=customXml/_rels/item3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1.xml"/></Relationships>
</file>

<file path=customXml/_rels/item3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2.xml"/></Relationships>
</file>

<file path=customXml/_rels/item3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3.xml"/></Relationships>
</file>

<file path=customXml/_rels/item3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4.xml"/></Relationships>
</file>

<file path=customXml/_rels/item3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5.xml"/></Relationships>
</file>

<file path=customXml/_rels/item3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6.xml"/></Relationships>
</file>

<file path=customXml/_rels/item3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7.xml"/></Relationships>
</file>

<file path=customXml/_rels/item3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8.xml"/></Relationships>
</file>

<file path=customXml/_rels/item3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9.xml"/></Relationships>
</file>

<file path=customXml/_rels/item4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0.xml"/></Relationships>
</file>

<file path=customXml/_rels/item4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1.xml"/></Relationships>
</file>

<file path=customXml/_rels/item4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2.xml"/></Relationships>
</file>

<file path=customXml/_rels/item4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3.xml"/></Relationships>
</file>

<file path=customXml/_rels/item4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4.xml"/></Relationships>
</file>

<file path=customXml/_rels/item4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5.xml"/></Relationships>
</file>

<file path=customXml/item1.xml><?xml version="1.0" encoding="utf-8"?>
<TemplafySlideFormConfiguration><![CDATA[{"formFields":[],"formDataEntries":[]}]]></TemplafySlideFormConfiguration>
</file>

<file path=customXml/item2.xml><?xml version="1.0" encoding="utf-8"?>
<TemplafySlideTemplateConfiguration><![CDATA[{"slideVersion":3,"isValidatorEnabled":false,"isLocked":false,"elementsMetadata":[],"slideId":"1328131217384275974","enableDocumentContentUpdater":false,"version":"2.0"}]]></TemplafySlideTemplateConfiguration>
</file>

<file path=customXml/item3.xml><?xml version="1.0" encoding="utf-8"?>
<TemplafySlideFormConfiguration><![CDATA[{"formFields":[{"distinct":false,"hideIfNoUserInteractionRequired":false,"required":true,"autoSelectFirstOption":false,"shareValue":false,"type":"dropDown","dataSourceName":"PPTSubBrandLogos2023","dataSourceFieldName":"Name","name":"SAPLogo","label":"Select Template"},{"required":false,"placeholder":"","lines":1,"defaultValue":"{{StringJoin(\" \", UserProfile.FirstName,UserProfile.LastName)}}","helpTexts":{"prefix":"After your name, include your preferred pronouns (they/them, she/her, he/him)."},"shareValue":false,"type":"textBox","name":"SpeakerName","label":"Name and Pronouns"},{"required":false,"shareValue":false,"type":"datePicker","name":"Date","label":"Date"}],"formDataEntries":[]}]]></TemplafySlideFormConfiguration>
</file>

<file path=customXml/item4.xml><?xml version="1.0" encoding="utf-8"?>
<TemplafySlideFormConfiguration><![CDATA[{"formFields":[{"distinct":false,"hideIfNoUserInteractionRequired":false,"required":true,"autoSelectFirstOption":false,"shareValue":false,"type":"dropDown","dataSourceName":"PPTSubBrandLogos2023","dataSourceFieldName":"Name","name":"SAPLogo","label":"Select Template"},{"required":false,"placeholder":"","lines":1,"defaultValue":"{{StringJoin(\" \", UserProfile.FirstName,UserProfile.LastName)}}","helpTexts":{"prefix":"After your name, include your preferred pronouns (they/them, she/her, he/him)."},"shareValue":false,"type":"textBox","name":"SpeakerName","label":"Name and Pronouns"},{"required":false,"shareValue":false,"type":"datePicker","name":"Date","label":"Date"}],"formDataEntries":[]}]]></TemplafySlideFormConfiguration>
</file>

<file path=customXml/item5.xml><?xml version="1.0" encoding="utf-8"?>
<TemplafySlideFormConfiguration><![CDATA[{"formFields":[],"formDataEntries":[]}]]></TemplafySlideFormConfiguration>
</file>

<file path=customXml/item6.xml><?xml version="1.0" encoding="utf-8"?>
<TemplafySlideFormConfiguration><![CDATA[{"formFields":[],"formDataEntries":[]}]]></TemplafySlideFormConfiguration>
</file>

<file path=customXml/item7.xml><?xml version="1.0" encoding="utf-8"?>
<TemplafySlideTemplateConfiguration><![CDATA[{"slideVersion":3,"isValidatorEnabled":false,"isLocked":false,"elementsMetadata":[{"type":"shape","elementConfiguration":{"binding":"{{StringJoin(\", \", Form.SpeakerName,\"SAP\")}}","visibility":"","type":"text","disableUpdates":false,"renderAsMarkdown":false}},{"type":"shape","elementConfiguration":{"binding":"{{FormatDateTime(Form.Date,\"MMMM dd, yyyy\",\"en-US\")}}","visibility":"","type":"text","disableUpdates":false,"renderAsMarkdown":false}},{"type":"shape","elementConfiguration":{"inheritDimensions":"{{InheritDimensions.InheritNone}}","width":"","height":"1 cm","image":"{{Form.SAPLogo.SubbrandBlue}}","visibility":"","type":"image","disableUpdates":false}}],"slideId":"1328131217384275971","enableDocumentContentUpdater":false,"version":"2.0"}]]></TemplafySlideTemplateConfiguration>
</file>

<file path=customXml/item8.xml><?xml version="1.0" encoding="utf-8"?>
<TemplafySlideFormConfiguration><![CDATA[{"formFields":[],"formDataEntries":[]}]]></TemplafySlideFormConfiguration>
</file>

<file path=customXml/item9.xml><?xml version="1.0" encoding="utf-8"?>
<TemplafySlideFormConfiguration><![CDATA[{"formFields":[],"formDataEntries":[]}]]></TemplafySlideFormConfiguration>
</file>

<file path=customXml/item10.xml><?xml version="1.0" encoding="utf-8"?>
<TemplafySlideFormConfiguration><![CDATA[{"formFields":[],"formDataEntries":[]}]]></TemplafySlideFormConfiguration>
</file>

<file path=customXml/item11.xml><?xml version="1.0" encoding="utf-8"?>
<TemplafySlideTemplateConfiguration><![CDATA[{"slideVersion":3,"isValidatorEnabled":false,"isLocked":false,"elementsMetadata":[{"type":"shape","elementConfiguration":{"binding":"{{StringJoin(\", \", Form.SpeakerName,\"SAP\")}}","visibility":"","type":"text","disableUpdates":false,"renderAsMarkdown":false}},{"type":"shape","elementConfiguration":{"binding":"{{FormatDateTime(Form.Date,\"MMMM dd, yyyy\",\"en-US\")}}","visibility":"","type":"text","disableUpdates":false,"renderAsMarkdown":false}},{"type":"shape","elementConfiguration":{"inheritDimensions":"{{InheritDimensions.InheritNone}}","width":"","height":"1 cm","image":"{{Form.SAPLogo.SubbrandBlue}}","visibility":"","type":"image","disableUpdates":false}}],"slideId":"1328131217384275968","enableDocumentContentUpdater":false,"version":"2.0"}]]></TemplafySlideTemplateConfiguration>
</file>

<file path=customXml/item12.xml><?xml version="1.0" encoding="utf-8"?>
<TemplafySlideTemplateConfiguration><![CDATA[{"slideVersion":3,"isValidatorEnabled":false,"isLocked":false,"elementsMetadata":[],"slideId":"1328131217384275980","enableDocumentContentUpdater":false,"version":"2.0"}]]></TemplafySlideTemplateConfiguration>
</file>

<file path=customXml/item1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79f7773-5b16-460b-be9a-e10be11b395c">
      <Terms xmlns="http://schemas.microsoft.com/office/infopath/2007/PartnerControls"/>
    </lcf76f155ced4ddcb4097134ff3c332f>
    <TaxCatchAll xmlns="0e00d59e-b0d2-4e67-be34-67e465b0fbed" xsi:nil="true"/>
  </documentManagement>
</p:properties>
</file>

<file path=customXml/item14.xml><?xml version="1.0" encoding="utf-8"?>
<TemplafySlideTemplateConfiguration><![CDATA[{"slideVersion":3,"isValidatorEnabled":false,"isLocked":false,"elementsMetadata":[],"slideId":"1328131217384275978","enableDocumentContentUpdater":false,"version":"2.0"}]]></TemplafySlideTemplateConfiguration>
</file>

<file path=customXml/item15.xml><?xml version="1.0" encoding="utf-8"?>
<TemplafySlideTemplateConfiguration><![CDATA[{"slideVersion":3,"isValidatorEnabled":false,"isLocked":false,"elementsMetadata":[],"slideId":"1328131217384275972","enableDocumentContentUpdater":false,"version":"2.0"}]]></TemplafySlideTemplateConfiguration>
</file>

<file path=customXml/item16.xml><?xml version="1.0" encoding="utf-8"?>
<TemplafySlideFormConfiguration><![CDATA[{"formFields":[],"formDataEntries":[]}]]></TemplafySlideFormConfiguration>
</file>

<file path=customXml/item17.xml><?xml version="1.0" encoding="utf-8"?>
<TemplafySlideFormConfiguration><![CDATA[{"formFields":[{"distinct":false,"hideIfNoUserInteractionRequired":false,"required":true,"autoSelectFirstOption":false,"shareValue":false,"type":"dropDown","dataSourceName":"PPTSubBrandLogos2023","dataSourceFieldName":"Name","name":"SAPLogo","label":"Select Template"},{"required":false,"placeholder":"","lines":1,"defaultValue":"{{StringJoin(\" \", UserProfile.FirstName,UserProfile.LastName)}}","helpTexts":{"prefix":"After your name, include your preferred pronouns (they/them, she/her, he/him)."},"shareValue":false,"type":"textBox","name":"SpeakerName","label":"Name and Pronouns"},{"required":false,"shareValue":false,"type":"datePicker","name":"Date","label":"Date"}],"formDataEntries":[]}]]></TemplafySlideFormConfiguration>
</file>

<file path=customXml/item18.xml><?xml version="1.0" encoding="utf-8"?>
<TemplafySlideFormConfiguration><![CDATA[{"formFields":[],"formDataEntries":[]}]]></TemplafySlideFormConfiguration>
</file>

<file path=customXml/item19.xml><?xml version="1.0" encoding="utf-8"?>
<TemplafyTemplateConfiguration><![CDATA[{"elementsMetadata":[{"type":"shape","id":"4891e6fc-5fdd-43ef-8f92-cf8d3b9b0810","elementConfiguration":{"inheritDimensions":"{{InheritDimensions.InheritNone}}","width":"","height":"1 cm","image":"{{Form.SAPLogo.SubbrandWhite}}","visibility":"","type":"image","disableUpdates":false}},{"type":"shape","id":"097828c0-4a39-4e97-8f6b-91c1d166d462","elementConfiguration":{"inheritDimensions":"{{InheritDimensions.InheritNone}}","width":"","height":"1 cm","image":"{{Form.SAPLogo.SubbrandWhite}}","visibility":"","type":"image","disableUpdates":false}},{"type":"shape","id":"08529856-8de0-4fae-95cb-d37d20a03882","elementConfiguration":{"inheritDimensions":"{{InheritDimensions.InheritNone}}","width":"","height":"1 cm","image":"{{Form.SAPLogo.SubbrandBlue}}","visibility":"","type":"image","disableUpdates":false}},{"type":"shape","id":"76763539-1909-4982-a38a-ad40e547b13e","elementConfiguration":{"inheritDimensions":"{{InheritDimensions.InheritNone}}","width":"","height":"1 cm","image":"{{Form.SAPLogo.SubbrandBlue}}","visibility":"","type":"image","disableUpdates":false}},{"type":"shape","id":"29fc773d-9785-4baf-82c9-2cd70983f7fb","elementConfiguration":{"inheritDimensions":"{{InheritDimensions.InheritNone}}","width":"","height":"1 cm","image":"{{Form.SAPLogo.SubbrandBlack}}","visibility":"","type":"image","disableUpdates":false}},{"type":"shape","id":"84642bd2-48f5-4d72-bc1f-d1a734b41b7e","elementConfiguration":{"inheritDimensions":"{{InheritDimensions.InheritNone}}","width":"","height":"1 cm","image":"{{Form.SAPLogo.SubbrandWhite}}","visibility":"","type":"image","disableUpdates":false}},{"type":"shape","id":"ec5d34d3-2736-4f9b-bde1-9e06debdc622","elementConfiguration":{"inheritDimensions":"{{InheritDimensions.InheritNone}}","width":"","height":"1 cm","image":"{{Form.SAPLogo.SubbrandBlue}}","visibility":"","type":"image","disableUpdates":false}},{"type":"shape","id":"ee068d38-d8d6-4f51-9530-95cb3b336244","elementConfiguration":{"inheritDimensions":"{{InheritDimensions.InheritNone}}","width":"","height":"1 cm","image":"{{Form.SAPLogo.SubbrandWhite}}","visibility":"","type":"image","disableUpdates":false}},{"type":"shape","id":"e9cb72f5-ef6d-47d2-a042-921016e83660","elementConfiguration":{"inheritDimensions":"{{InheritDimensions.InheritNone}}","width":"","height":"1 cm","image":"{{Form.SAPLogo.SubbrandWhite}}","visibility":"","type":"image","disableUpdates":false}},{"type":"shape","id":"6a2ad435-f360-4282-b19f-3938b8e530c2","elementConfiguration":{"inheritDimensions":"{{InheritDimensions.InheritNone}}","width":"","height":"1 cm","image":"{{Form.SAPLogo.SubbrandBlack}}","visibility":"","type":"image","disableUpdates":false}},{"type":"shape","id":"e3c3a6af-8345-4518-8c28-8945ad8d4383","elementConfiguration":{"inheritDimensions":"{{InheritDimensions.InheritNone}}","width":"","height":"1 cm","image":"{{Form.SAPLogo.SubbrandWhite}}","visibility":"","type":"image","disableUpdates":false}},{"type":"shape","id":"818cac13-a078-477f-a7cb-08774ce796c0","elementConfiguration":{"inheritDimensions":"{{InheritDimensions.InheritNone}}","width":"","height":"1 cm","image":"{{Form.SAPLogo.SubbrandBlue}}","visibility":"","type":"image","disableUpdates":false}},{"type":"shape","id":"1d62b530-3b2d-4f92-babb-44a9256310ea","elementConfiguration":{"inheritDimensions":"{{InheritDimensions.InheritNone}}","width":"","height":"1 cm","image":"{{Form.SAPLogo.SubbrandBlack}}","visibility":"","type":"image","disableUpdates":false}},{"type":"shape","id":"f2d18eeb-7213-4501-b0eb-4746b2344c68","elementConfiguration":{"inheritDimensions":"{{InheritDimensions.InheritNone}}","width":"","height":"1 cm","image":"{{Form.SAPLogo.SubbrandBlue}}","visibility":"","type":"image","disableUpdates":false}},{"type":"shape","id":"b1865d1a-4b5c-432f-9b3c-a2944b65e669","elementConfiguration":{"binding":"{{StringJoin(\", \", Form.SpeakerName,\"SAP\")}}","visibility":"","type":"text","disableUpdates":false,"renderAsMarkdown":false}},{"type":"shape","id":"5ae912f7-7a4b-4cd9-9412-9f5937283938","elementConfiguration":{"binding":"{{FormatDateTime(Form.Date,\"MMMM dd, yyyy\",\"en-US\")}}","visibility":"","type":"text","disableUpdates":false,"renderAsMarkdown":false}},{"type":"shape","id":"a274c57f-a534-42ed-b86d-c3e75f2e24af","elementConfiguration":{"binding":"{{Form.SpeakerName}}","visibility":"","type":"text","disableUpdates":false,"renderAsMarkdown":false}},{"type":"shape","id":"9ce24f50-c091-48d8-af4c-f792d19480e7","elementConfiguration":{"binding":"{{Form.Position}}\n{{Form.Address}}\n{{Form.City}} \n{{Form.Email}}","visibility":"","type":"text","disableUpdates":false,"renderAsMarkdown":false}},{"type":"shape","id":"9ed23550-228f-4159-9575-d70f10a02298","elementConfiguration":{"binding":"{{StringJoin(\", \", Form.SpeakerName,\"SAP\")}}","visibility":"","type":"text","disableUpdates":false,"renderAsMarkdown":false}},{"type":"shape","id":"9e784631-5b02-465d-9657-52b7037c3ea4","elementConfiguration":{"binding":"{{FormatDateTime(Form.Date,\"MMMM dd, yyyy\",\"en-US\")}}","visibility":"","type":"text","disableUpdates":false,"renderAsMarkdown":false}},{"type":"shape","id":"6a4614ba-7fc2-4311-bd0b-24b91284c1d6","elementConfiguration":{"binding":"{{StringJoin(\", \", Form.SpeakerName,\"SAP\")}}","visibility":"","type":"text","disableUpdates":false,"renderAsMarkdown":false}},{"type":"shape","id":"85034fff-58ff-4fdd-a6c5-d8f6db18ad7b","elementConfiguration":{"binding":"{{FormatDateTime(Form.Date,\"MMMM dd, yyyy\",\"en-US\")}}","visibility":"","type":"text","disableUpdates":false,"renderAsMarkdown":false}},{"type":"shape","id":"6da4e186-cd45-4a39-9d57-f1560ac27a17","elementConfiguration":{"binding":"{{StringJoin(\", \", Form.SpeakerName,\"SAP\")}}","visibility":"","type":"text","disableUpdates":false,"renderAsMarkdown":false}},{"type":"shape","id":"6cff2d54-31fb-47e1-8004-d2dba66d2a63","elementConfiguration":{"binding":"{{FormatDateTime(Form.Date,\"MMMM dd, yyyy\",\"en-US\")}}","visibility":"","type":"text","disableUpdates":false,"renderAsMarkdown":false}}],"transformationConfigurations":[],"templateName":"SAP Corp","templateDescription":"","enableDocumentContentUpdater":true,"version":"2.0"}]]></TemplafyTemplateConfiguration>
</file>

<file path=customXml/item20.xml><?xml version="1.0" encoding="utf-8"?>
<TemplafySlideTemplateConfiguration><![CDATA[{"slideVersion":3,"isValidatorEnabled":false,"isLocked":false,"elementsMetadata":[],"slideId":"1328131217384275976","enableDocumentContentUpdater":false,"version":"2.0"}]]></TemplafySlideTemplateConfiguration>
</file>

<file path=customXml/item21.xml><?xml version="1.0" encoding="utf-8"?>
<TemplafySlideTemplateConfiguration><![CDATA[{"slideVersion":3,"isValidatorEnabled":false,"isLocked":false,"elementsMetadata":[],"slideId":"1328131217384275977","enableDocumentContentUpdater":false,"version":"2.0"}]]></TemplafySlideTemplateConfiguration>
</file>

<file path=customXml/item22.xml><?xml version="1.0" encoding="utf-8"?>
<TemplafySlideFormConfiguration><![CDATA[{"formFields":[],"formDataEntries":[]}]]></TemplafySlideFormConfiguration>
</file>

<file path=customXml/item23.xml><?xml version="1.0" encoding="utf-8"?>
<TemplafySlideTemplateConfiguration><![CDATA[{"slideVersion":3,"isValidatorEnabled":false,"isLocked":false,"elementsMetadata":[],"slideId":"1328131217384275985","enableDocumentContentUpdater":false,"version":"2.0"}]]></TemplafySlideTemplateConfiguration>
</file>

<file path=customXml/item24.xml><?xml version="1.0" encoding="utf-8"?>
<TemplafySlideFormConfiguration><![CDATA[{"formFields":[],"formDataEntries":[]}]]></TemplafySlideFormConfiguration>
</file>

<file path=customXml/item25.xml><?xml version="1.0" encoding="utf-8"?>
<TemplafySlideFormConfiguration><![CDATA[{"formFields":[{"required":false,"placeholder":"","lines":1,"defaultValue":"{{StringJoin(\" \", UserProfile.FirstName,UserProfile.LastName)}}","helpTexts":{"prefix":"After your name, include your preferred pronouns (they/them, she/her, he/him)."},"shareValue":false,"type":"textBox","name":"SpeakerName","label":"Name and Pronouns"},{"required":false,"placeholder":"","lines":1,"defaultValue":"{{UserProfile.JobTitle}}","helpTexts":{},"spacing":{},"shareValue":false,"type":"textBox","name":"Position","label":"Job title"},{"required":false,"placeholder":"","lines":1,"defaultValue":"{{UserProfile.Address.Address}}","helpTexts":{},"spacing":{},"shareValue":false,"type":"textBox","name":"Address","label":"Address"},{"required":false,"placeholder":"","lines":1,"defaultValue":"{{UserProfile.Address.Zip}} {{UserProfile.City.Name}}","helpTexts":{},"spacing":{},"shareValue":false,"type":"textBox","name":"City","label":"City"},{"required":false,"placeholder":"","lines":1,"defaultValue":"{{UserProfile.Email}}","shareValue":false,"type":"textBox","name":"Email","label":"Email"}],"formDataEntries":[]}]]></TemplafySlideFormConfiguration>
</file>

<file path=customXml/item26.xml><?xml version="1.0" encoding="utf-8"?>
<TemplafySlideFormConfiguration><![CDATA[{"formFields":[{"distinct":false,"hideIfNoUserInteractionRequired":false,"required":true,"autoSelectFirstOption":false,"shareValue":false,"type":"dropDown","dataSourceName":"PPTSubBrandLogos2023","dataSourceFieldName":"Name","name":"SAPLogo","label":"Select Template"},{"required":false,"placeholder":"","lines":1,"defaultValue":"{{StringJoin(\" \", UserProfile.FirstName,UserProfile.LastName)}}","helpTexts":{"prefix":"After your name, include your preferred pronouns (they/them, she/her, he/him)."},"shareValue":false,"type":"textBox","name":"SpeakerName","label":"Name and Pronouns"},{"required":false,"shareValue":false,"type":"datePicker","name":"Date","label":"Date"}],"formDataEntries":[]}]]></TemplafySlideFormConfiguration>
</file>

<file path=customXml/item27.xml><?xml version="1.0" encoding="utf-8"?>
<TemplafySlideTemplateConfiguration><![CDATA[{"slideVersion":3,"isValidatorEnabled":false,"isLocked":false,"elementsMetadata":[],"slideId":"1328131217384275979","enableDocumentContentUpdater":false,"version":"2.0"}]]></TemplafySlideTemplateConfiguration>
</file>

<file path=customXml/item28.xml><?xml version="1.0" encoding="utf-8"?>
<TemplafySlideFormConfiguration><![CDATA[{"formFields":[],"formDataEntries":[]}]]></TemplafySlideFormConfiguration>
</file>

<file path=customXml/item29.xml><?xml version="1.0" encoding="utf-8"?>
<TemplafySlideTemplateConfiguration><![CDATA[{"slideVersion":3,"isValidatorEnabled":false,"isLocked":false,"elementsMetadata":[],"slideId":"1328131217384275983","enableDocumentContentUpdater":false,"version":"2.0"}]]></TemplafySlideTemplateConfiguration>
</file>

<file path=customXml/item30.xml><?xml version="1.0" encoding="utf-8"?>
<TemplafySlideFormConfiguration><![CDATA[{"formFields":[],"formDataEntries":[]}]]></TemplafySlideFormConfiguration>
</file>

<file path=customXml/item3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C4034B036C92A4A897F8A958DF51533" ma:contentTypeVersion="19" ma:contentTypeDescription="Create a new document." ma:contentTypeScope="" ma:versionID="501d55e664131ef2dd5afebc2e671bb4">
  <xsd:schema xmlns:xsd="http://www.w3.org/2001/XMLSchema" xmlns:xs="http://www.w3.org/2001/XMLSchema" xmlns:p="http://schemas.microsoft.com/office/2006/metadata/properties" xmlns:ns2="779f7773-5b16-460b-be9a-e10be11b395c" xmlns:ns3="0e00d59e-b0d2-4e67-be34-67e465b0fbed" targetNamespace="http://schemas.microsoft.com/office/2006/metadata/properties" ma:root="true" ma:fieldsID="ae974cdccaeeef86084a7690bd7a6e3b" ns2:_="" ns3:_="">
    <xsd:import namespace="779f7773-5b16-460b-be9a-e10be11b395c"/>
    <xsd:import namespace="0e00d59e-b0d2-4e67-be34-67e465b0fb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9f7773-5b16-460b-be9a-e10be11b395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c7b3fb9d-ee0a-40a8-bd42-4026b75186d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00d59e-b0d2-4e67-be34-67e465b0fbed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f1e2fc8-60f5-4b88-a701-67d77da430d9}" ma:internalName="TaxCatchAll" ma:showField="CatchAllData" ma:web="0e00d59e-b0d2-4e67-be34-67e465b0fb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2.xml><?xml version="1.0" encoding="utf-8"?>
<TemplafySlideTemplateConfiguration><![CDATA[{"slideVersion":3,"isValidatorEnabled":false,"isLocked":false,"elementsMetadata":[{"type":"shape","elementConfiguration":{"binding":"{{Form.SpeakerName}}","visibility":"","type":"text","disableUpdates":false,"renderAsMarkdown":false}},{"type":"shape","elementConfiguration":{"binding":"{{Form.Position}}\n{{Form.Address}}\n{{Form.City}} \n{{Form.Email}}","visibility":"","type":"text","disableUpdates":false,"renderAsMarkdown":false}}],"slideId":"1328131217384275984","enableDocumentContentUpdater":false,"version":"2.0"}]]></TemplafySlideTemplateConfiguration>
</file>

<file path=customXml/item33.xml><?xml version="1.0" encoding="utf-8"?>
<TemplafySlideFormConfiguration><![CDATA[{"formFields":[],"formDataEntries":[]}]]></TemplafySlideFormConfiguration>
</file>

<file path=customXml/item34.xml><?xml version="1.0" encoding="utf-8"?>
<TemplafySlideTemplateConfiguration><![CDATA[{"slideVersion":3,"isValidatorEnabled":false,"isLocked":false,"elementsMetadata":[{"type":"shape","elementConfiguration":{"binding":"{{StringJoin(\", \", Form.SpeakerName,\"SAP\")}}","visibility":"","type":"text","disableUpdates":false,"renderAsMarkdown":false}},{"type":"shape","elementConfiguration":{"binding":"{{FormatDateTime(Form.Date,\"MMMM dd, yyyy\",\"en-US\")}}","visibility":"","type":"text","disableUpdates":false,"renderAsMarkdown":false}},{"type":"shape","elementConfiguration":{"inheritDimensions":"{{InheritDimensions.InheritNone}}","width":"","height":"1 cm","image":"{{Form.SAPLogo.SubbrandBlue}}","visibility":"","type":"image","disableUpdates":false}}],"slideId":"1328131217384275969","enableDocumentContentUpdater":false,"version":"2.0"}]]></TemplafySlideTemplateConfiguration>
</file>

<file path=customXml/item35.xml><?xml version="1.0" encoding="utf-8"?>
<TemplafySlideTemplateConfiguration><![CDATA[{"slideVersion":3,"isValidatorEnabled":false,"isLocked":false,"elementsMetadata":[],"slideId":"1328131217384275987","enableDocumentContentUpdater":false,"version":"2.0"}]]></TemplafySlideTemplateConfiguration>
</file>

<file path=customXml/item36.xml><?xml version="1.0" encoding="utf-8"?>
<TemplafySlideFormConfiguration><![CDATA[{"formFields":[],"formDataEntries":[]}]]></TemplafySlideFormConfiguration>
</file>

<file path=customXml/item37.xml><?xml version="1.0" encoding="utf-8"?>
<TemplafySlideTemplateConfiguration><![CDATA[{"slideVersion":3,"isValidatorEnabled":false,"isLocked":false,"elementsMetadata":[{"type":"shape","elementConfiguration":{"binding":"{{StringJoin(\", \", Form.SpeakerName,\"SAP\")}}","visibility":"","type":"text","disableUpdates":false,"renderAsMarkdown":false}},{"type":"shape","elementConfiguration":{"binding":"{{FormatDateTime(Form.Date,\"MMMM dd, yyyy\",\"en-US\")}}","visibility":"","type":"text","disableUpdates":false,"renderAsMarkdown":false}},{"type":"shape","elementConfiguration":{"inheritDimensions":"{{InheritDimensions.InheritNone}}","width":"","height":"1 cm","image":"{{Form.SAPLogo.SubbrandWhite}}","visibility":"","type":"image","disableUpdates":false}}],"slideId":"1328131217384275970","enableDocumentContentUpdater":false,"version":"2.0"}]]></TemplafySlideTemplateConfiguration>
</file>

<file path=customXml/item38.xml><?xml version="1.0" encoding="utf-8"?>
<TemplafySlideTemplateConfiguration><![CDATA[{"slideVersion":3,"isValidatorEnabled":false,"isLocked":false,"elementsMetadata":[],"slideId":"1328131217384275973","enableDocumentContentUpdater":false,"version":"2.0"}]]></TemplafySlideTemplateConfiguration>
</file>

<file path=customXml/item39.xml><?xml version="1.0" encoding="utf-8"?>
<TemplafySlideTemplateConfiguration><![CDATA[{"slideVersion":3,"isValidatorEnabled":false,"isLocked":false,"elementsMetadata":[],"slideId":"1328131217384275986","enableDocumentContentUpdater":false,"version":"2.0"}]]></TemplafySlideTemplateConfiguration>
</file>

<file path=customXml/item40.xml><?xml version="1.0" encoding="utf-8"?>
<TemplafySlideFormConfiguration><![CDATA[{"formFields":[],"formDataEntries":[]}]]></TemplafySlideFormConfiguration>
</file>

<file path=customXml/item41.xml><?xml version="1.0" encoding="utf-8"?>
<TemplafySlideTemplateConfiguration><![CDATA[{"slideVersion":3,"isValidatorEnabled":false,"isLocked":false,"elementsMetadata":[],"slideId":"1328131217384275975","enableDocumentContentUpdater":false,"version":"2.0"}]]></TemplafySlideTemplateConfiguration>
</file>

<file path=customXml/item4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3.xml><?xml version="1.0" encoding="utf-8"?>
<TemplafySlideTemplateConfiguration><![CDATA[{"slideVersion":3,"isValidatorEnabled":false,"isLocked":false,"elementsMetadata":[],"slideId":"1328131217384275982","enableDocumentContentUpdater":false,"version":"2.0"}]]></TemplafySlideTemplateConfiguration>
</file>

<file path=customXml/item44.xml><?xml version="1.0" encoding="utf-8"?>
<TemplafyFormConfiguration><![CDATA[{"formFields":[{"distinct":false,"hideIfNoUserInteractionRequired":false,"required":true,"autoSelectFirstOption":false,"shareValue":false,"type":"dropDown","dataSourceName":"PPTSubBrandLogos2023","dataSourceFieldName":"Name","name":"SAPLogo","label":"Select Template"},{"required":false,"placeholder":"","lines":1,"defaultValue":"{{StringJoin(\" \", UserProfile.FirstName,UserProfile.LastName)}}","helpTexts":{"prefix":"After your name, include your preferred pronouns (they/them, she/her, he/him)."},"shareValue":false,"type":"textBox","name":"SpeakerName","label":"Name and Pronouns"},{"required":false,"shareValue":false,"type":"datePicker","name":"Date","label":"Date"},{"helpTexts":{},"spacing":{},"type":"instructions","name":"Following_information_will_appear_on_the_Thank_You_slide","label":"Following information will appear on the Thank You slide:"},{"required":false,"placeholder":"","lines":1,"defaultValue":"{{UserProfile.JobTitle}}","helpTexts":{},"spacing":{},"shareValue":false,"type":"textBox","name":"Position","label":"Job title"},{"required":false,"placeholder":"","lines":1,"defaultValue":"{{UserProfile.Address.Address}}","helpTexts":{},"spacing":{},"shareValue":false,"type":"textBox","name":"Address","label":"Address"},{"required":false,"placeholder":"","lines":1,"defaultValue":"{{UserProfile.Address.Zip}} {{UserProfile.City.Name}}","helpTexts":{},"spacing":{},"shareValue":false,"type":"textBox","name":"City","label":"City"},{"required":false,"placeholder":"","lines":1,"defaultValue":"{{UserProfile.Email}}","shareValue":false,"type":"textBox","name":"Email","label":"Email"}],"formDataEntries":[{"name":"SAPLogo","value":"L1zqaVYf9aqXYMOsEnvUbVjYdIPQ+qXQoonX2I9O/ck="},{"name":"SpeakerName","value":"YnPwfaWtJd9yqRikMcavEg=="},{"name":"Date","value":"u7dVzEP5xrCymksMpLsL/Q=="},{"name":"Position","value":"hYE270aCl4QYJbxjf8yhcg=="},{"name":"Address","value":"J74SXewwIr7FPA+NOqR3Bw=="},{"name":"City","value":"0MNcblTGsky7bw1+X2Efyg=="},{"name":"Email","value":"v35+JSpO6F5yjM5PrFdVwQ=="}]}]]></TemplafyFormConfiguration>
</file>

<file path=customXml/item45.xml><?xml version="1.0" encoding="utf-8"?>
<TemplafySlideTemplateConfiguration><![CDATA[{"slideVersion":3,"isValidatorEnabled":false,"isLocked":false,"elementsMetadata":[],"slideId":"1328131217384275981","enableDocumentContentUpdater":false,"version":"2.0"}]]></TemplafySlideTemplateConfiguration>
</file>

<file path=customXml/itemProps1.xml><?xml version="1.0" encoding="utf-8"?>
<ds:datastoreItem xmlns:ds="http://schemas.openxmlformats.org/officeDocument/2006/customXml" ds:itemID="{7D282FA9-D486-4277-833F-E9AC54F00B25}">
  <ds:schemaRefs/>
</ds:datastoreItem>
</file>

<file path=customXml/itemProps2.xml><?xml version="1.0" encoding="utf-8"?>
<ds:datastoreItem xmlns:ds="http://schemas.openxmlformats.org/officeDocument/2006/customXml" ds:itemID="{7CE852FA-A08C-42DD-AE0D-B4ACD5BB86CC}">
  <ds:schemaRefs/>
</ds:datastoreItem>
</file>

<file path=customXml/itemProps3.xml><?xml version="1.0" encoding="utf-8"?>
<ds:datastoreItem xmlns:ds="http://schemas.openxmlformats.org/officeDocument/2006/customXml" ds:itemID="{A701461A-A2EC-4086-A128-227E1E7767C4}">
  <ds:schemaRefs/>
</ds:datastoreItem>
</file>

<file path=customXml/itemProps4.xml><?xml version="1.0" encoding="utf-8"?>
<ds:datastoreItem xmlns:ds="http://schemas.openxmlformats.org/officeDocument/2006/customXml" ds:itemID="{79008009-A77E-4DE3-9C15-4B84BFC772CD}">
  <ds:schemaRefs/>
</ds:datastoreItem>
</file>

<file path=customXml/itemProps5.xml><?xml version="1.0" encoding="utf-8"?>
<ds:datastoreItem xmlns:ds="http://schemas.openxmlformats.org/officeDocument/2006/customXml" ds:itemID="{9B5A6145-50FD-46B5-882B-DCFCB8024129}">
  <ds:schemaRefs/>
</ds:datastoreItem>
</file>

<file path=customXml/itemProps6.xml><?xml version="1.0" encoding="utf-8"?>
<ds:datastoreItem xmlns:ds="http://schemas.openxmlformats.org/officeDocument/2006/customXml" ds:itemID="{72F8570F-162E-4E77-8F0F-6DD87409B9AF}">
  <ds:schemaRefs/>
</ds:datastoreItem>
</file>

<file path=customXml/itemProps7.xml><?xml version="1.0" encoding="utf-8"?>
<ds:datastoreItem xmlns:ds="http://schemas.openxmlformats.org/officeDocument/2006/customXml" ds:itemID="{0AA29E1A-4DC8-446C-8155-596424E2EB1E}">
  <ds:schemaRefs/>
</ds:datastoreItem>
</file>

<file path=customXml/itemProps8.xml><?xml version="1.0" encoding="utf-8"?>
<ds:datastoreItem xmlns:ds="http://schemas.openxmlformats.org/officeDocument/2006/customXml" ds:itemID="{8F54209D-E2B9-45C1-850A-8060F1CC8CCA}">
  <ds:schemaRefs/>
</ds:datastoreItem>
</file>

<file path=customXml/itemProps9.xml><?xml version="1.0" encoding="utf-8"?>
<ds:datastoreItem xmlns:ds="http://schemas.openxmlformats.org/officeDocument/2006/customXml" ds:itemID="{A7B291CB-4C44-41B3-9B37-CCBAC5621AB0}">
  <ds:schemaRefs/>
</ds:datastoreItem>
</file>

<file path=customXml/itemProps10.xml><?xml version="1.0" encoding="utf-8"?>
<ds:datastoreItem xmlns:ds="http://schemas.openxmlformats.org/officeDocument/2006/customXml" ds:itemID="{7191A31C-0001-4F47-9681-3BF2CDE82779}">
  <ds:schemaRefs/>
</ds:datastoreItem>
</file>

<file path=customXml/itemProps11.xml><?xml version="1.0" encoding="utf-8"?>
<ds:datastoreItem xmlns:ds="http://schemas.openxmlformats.org/officeDocument/2006/customXml" ds:itemID="{3E830938-32F9-49FC-9B2C-CACA4077E7A1}">
  <ds:schemaRefs/>
</ds:datastoreItem>
</file>

<file path=customXml/itemProps12.xml><?xml version="1.0" encoding="utf-8"?>
<ds:datastoreItem xmlns:ds="http://schemas.openxmlformats.org/officeDocument/2006/customXml" ds:itemID="{4B1D4426-9BD0-4BD3-8094-CA9B884388C6}">
  <ds:schemaRefs/>
</ds:datastoreItem>
</file>

<file path=customXml/itemProps13.xml><?xml version="1.0" encoding="utf-8"?>
<ds:datastoreItem xmlns:ds="http://schemas.openxmlformats.org/officeDocument/2006/customXml" ds:itemID="{C1422F45-04DB-421D-8796-270006657806}">
  <ds:schemaRefs>
    <ds:schemaRef ds:uri="http://schemas.microsoft.com/office/2006/metadata/properties"/>
    <ds:schemaRef ds:uri="0e00d59e-b0d2-4e67-be34-67e465b0fbed"/>
    <ds:schemaRef ds:uri="47fc58d8-9f4b-4bc8-b278-c3cb6f298023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http://purl.org/dc/terms/"/>
    <ds:schemaRef ds:uri="http://www.w3.org/XML/1998/namespace"/>
    <ds:schemaRef ds:uri="http://purl.org/dc/dcmitype/"/>
    <ds:schemaRef ds:uri="http://purl.org/dc/elements/1.1/"/>
  </ds:schemaRefs>
</ds:datastoreItem>
</file>

<file path=customXml/itemProps14.xml><?xml version="1.0" encoding="utf-8"?>
<ds:datastoreItem xmlns:ds="http://schemas.openxmlformats.org/officeDocument/2006/customXml" ds:itemID="{5E11CF51-A506-4F35-8D30-27CC6B312382}">
  <ds:schemaRefs/>
</ds:datastoreItem>
</file>

<file path=customXml/itemProps15.xml><?xml version="1.0" encoding="utf-8"?>
<ds:datastoreItem xmlns:ds="http://schemas.openxmlformats.org/officeDocument/2006/customXml" ds:itemID="{8A822E18-7B0C-4809-B179-DD40FFC97308}">
  <ds:schemaRefs/>
</ds:datastoreItem>
</file>

<file path=customXml/itemProps16.xml><?xml version="1.0" encoding="utf-8"?>
<ds:datastoreItem xmlns:ds="http://schemas.openxmlformats.org/officeDocument/2006/customXml" ds:itemID="{2619A3F2-6BB2-4CAE-88B7-CFA577527EBA}">
  <ds:schemaRefs/>
</ds:datastoreItem>
</file>

<file path=customXml/itemProps17.xml><?xml version="1.0" encoding="utf-8"?>
<ds:datastoreItem xmlns:ds="http://schemas.openxmlformats.org/officeDocument/2006/customXml" ds:itemID="{3A81E9BA-12B9-46B7-AEAA-BB534997284F}">
  <ds:schemaRefs/>
</ds:datastoreItem>
</file>

<file path=customXml/itemProps18.xml><?xml version="1.0" encoding="utf-8"?>
<ds:datastoreItem xmlns:ds="http://schemas.openxmlformats.org/officeDocument/2006/customXml" ds:itemID="{54FE47D6-A0B5-433B-A8EF-42136D6623C1}">
  <ds:schemaRefs/>
</ds:datastoreItem>
</file>

<file path=customXml/itemProps19.xml><?xml version="1.0" encoding="utf-8"?>
<ds:datastoreItem xmlns:ds="http://schemas.openxmlformats.org/officeDocument/2006/customXml" ds:itemID="{626BBCBB-1894-4E66-BA48-9E91CE3ACBA0}">
  <ds:schemaRefs/>
</ds:datastoreItem>
</file>

<file path=customXml/itemProps20.xml><?xml version="1.0" encoding="utf-8"?>
<ds:datastoreItem xmlns:ds="http://schemas.openxmlformats.org/officeDocument/2006/customXml" ds:itemID="{0C2F541D-F419-4D97-8F50-8CFBB40B0EC7}">
  <ds:schemaRefs/>
</ds:datastoreItem>
</file>

<file path=customXml/itemProps21.xml><?xml version="1.0" encoding="utf-8"?>
<ds:datastoreItem xmlns:ds="http://schemas.openxmlformats.org/officeDocument/2006/customXml" ds:itemID="{CE396CF5-D378-4212-9654-B79AC7E3DDF2}">
  <ds:schemaRefs/>
</ds:datastoreItem>
</file>

<file path=customXml/itemProps22.xml><?xml version="1.0" encoding="utf-8"?>
<ds:datastoreItem xmlns:ds="http://schemas.openxmlformats.org/officeDocument/2006/customXml" ds:itemID="{1949C97A-F2E4-44DC-BFCA-6630B6534B78}">
  <ds:schemaRefs/>
</ds:datastoreItem>
</file>

<file path=customXml/itemProps23.xml><?xml version="1.0" encoding="utf-8"?>
<ds:datastoreItem xmlns:ds="http://schemas.openxmlformats.org/officeDocument/2006/customXml" ds:itemID="{340F98CC-F8FA-4257-87D3-FCE825196D17}">
  <ds:schemaRefs/>
</ds:datastoreItem>
</file>

<file path=customXml/itemProps24.xml><?xml version="1.0" encoding="utf-8"?>
<ds:datastoreItem xmlns:ds="http://schemas.openxmlformats.org/officeDocument/2006/customXml" ds:itemID="{E9FE88B9-0BAC-45E1-B2FC-EC88A09A227D}">
  <ds:schemaRefs/>
</ds:datastoreItem>
</file>

<file path=customXml/itemProps25.xml><?xml version="1.0" encoding="utf-8"?>
<ds:datastoreItem xmlns:ds="http://schemas.openxmlformats.org/officeDocument/2006/customXml" ds:itemID="{9F687104-044A-49FD-BBC2-8EEC24DE651C}">
  <ds:schemaRefs/>
</ds:datastoreItem>
</file>

<file path=customXml/itemProps26.xml><?xml version="1.0" encoding="utf-8"?>
<ds:datastoreItem xmlns:ds="http://schemas.openxmlformats.org/officeDocument/2006/customXml" ds:itemID="{25EC09BA-905F-4676-960C-1AA7F01E1A45}">
  <ds:schemaRefs/>
</ds:datastoreItem>
</file>

<file path=customXml/itemProps27.xml><?xml version="1.0" encoding="utf-8"?>
<ds:datastoreItem xmlns:ds="http://schemas.openxmlformats.org/officeDocument/2006/customXml" ds:itemID="{69B73946-F389-40E3-A533-45A6D07B0A63}">
  <ds:schemaRefs/>
</ds:datastoreItem>
</file>

<file path=customXml/itemProps28.xml><?xml version="1.0" encoding="utf-8"?>
<ds:datastoreItem xmlns:ds="http://schemas.openxmlformats.org/officeDocument/2006/customXml" ds:itemID="{4938B8D1-5EB7-4009-8CFB-FCE4DBF00B70}">
  <ds:schemaRefs/>
</ds:datastoreItem>
</file>

<file path=customXml/itemProps29.xml><?xml version="1.0" encoding="utf-8"?>
<ds:datastoreItem xmlns:ds="http://schemas.openxmlformats.org/officeDocument/2006/customXml" ds:itemID="{E54232B7-ECAB-41A6-AF8E-F8AA8F67AA91}">
  <ds:schemaRefs/>
</ds:datastoreItem>
</file>

<file path=customXml/itemProps30.xml><?xml version="1.0" encoding="utf-8"?>
<ds:datastoreItem xmlns:ds="http://schemas.openxmlformats.org/officeDocument/2006/customXml" ds:itemID="{02A76EF8-E055-4175-8D2D-5B9E60211AF6}">
  <ds:schemaRefs/>
</ds:datastoreItem>
</file>

<file path=customXml/itemProps31.xml><?xml version="1.0" encoding="utf-8"?>
<ds:datastoreItem xmlns:ds="http://schemas.openxmlformats.org/officeDocument/2006/customXml" ds:itemID="{36D13623-BADF-463A-856C-4E272FABC757}"/>
</file>

<file path=customXml/itemProps32.xml><?xml version="1.0" encoding="utf-8"?>
<ds:datastoreItem xmlns:ds="http://schemas.openxmlformats.org/officeDocument/2006/customXml" ds:itemID="{8DB0A96E-6777-4404-88E8-A679525071C5}">
  <ds:schemaRefs/>
</ds:datastoreItem>
</file>

<file path=customXml/itemProps33.xml><?xml version="1.0" encoding="utf-8"?>
<ds:datastoreItem xmlns:ds="http://schemas.openxmlformats.org/officeDocument/2006/customXml" ds:itemID="{A0BFCECA-5676-4F8F-95F4-E3945158F3DF}">
  <ds:schemaRefs/>
</ds:datastoreItem>
</file>

<file path=customXml/itemProps34.xml><?xml version="1.0" encoding="utf-8"?>
<ds:datastoreItem xmlns:ds="http://schemas.openxmlformats.org/officeDocument/2006/customXml" ds:itemID="{D0AC3308-50B2-461B-AD01-41C9501C41AA}">
  <ds:schemaRefs/>
</ds:datastoreItem>
</file>

<file path=customXml/itemProps35.xml><?xml version="1.0" encoding="utf-8"?>
<ds:datastoreItem xmlns:ds="http://schemas.openxmlformats.org/officeDocument/2006/customXml" ds:itemID="{969E2946-A68D-494C-938D-9F4AFD67C432}">
  <ds:schemaRefs/>
</ds:datastoreItem>
</file>

<file path=customXml/itemProps36.xml><?xml version="1.0" encoding="utf-8"?>
<ds:datastoreItem xmlns:ds="http://schemas.openxmlformats.org/officeDocument/2006/customXml" ds:itemID="{313EF5B0-5BFC-4E19-9E61-13C85B6C6127}">
  <ds:schemaRefs/>
</ds:datastoreItem>
</file>

<file path=customXml/itemProps37.xml><?xml version="1.0" encoding="utf-8"?>
<ds:datastoreItem xmlns:ds="http://schemas.openxmlformats.org/officeDocument/2006/customXml" ds:itemID="{59E029D4-81CC-4017-8B00-9264DBE7ED46}">
  <ds:schemaRefs/>
</ds:datastoreItem>
</file>

<file path=customXml/itemProps38.xml><?xml version="1.0" encoding="utf-8"?>
<ds:datastoreItem xmlns:ds="http://schemas.openxmlformats.org/officeDocument/2006/customXml" ds:itemID="{2EBA1259-1672-4DD3-BA35-A6EAF5A9B084}">
  <ds:schemaRefs/>
</ds:datastoreItem>
</file>

<file path=customXml/itemProps39.xml><?xml version="1.0" encoding="utf-8"?>
<ds:datastoreItem xmlns:ds="http://schemas.openxmlformats.org/officeDocument/2006/customXml" ds:itemID="{2E9C140C-7F7C-4BAD-BCD9-F2636157DE78}">
  <ds:schemaRefs/>
</ds:datastoreItem>
</file>

<file path=customXml/itemProps40.xml><?xml version="1.0" encoding="utf-8"?>
<ds:datastoreItem xmlns:ds="http://schemas.openxmlformats.org/officeDocument/2006/customXml" ds:itemID="{262F285F-827C-4183-96DE-8531462DE52A}">
  <ds:schemaRefs/>
</ds:datastoreItem>
</file>

<file path=customXml/itemProps41.xml><?xml version="1.0" encoding="utf-8"?>
<ds:datastoreItem xmlns:ds="http://schemas.openxmlformats.org/officeDocument/2006/customXml" ds:itemID="{F0F8AAF3-4544-44DE-8D65-07578647B51F}">
  <ds:schemaRefs/>
</ds:datastoreItem>
</file>

<file path=customXml/itemProps42.xml><?xml version="1.0" encoding="utf-8"?>
<ds:datastoreItem xmlns:ds="http://schemas.openxmlformats.org/officeDocument/2006/customXml" ds:itemID="{291DCB28-1C52-4C0E-804A-6BD2D3F0FB8D}">
  <ds:schemaRefs>
    <ds:schemaRef ds:uri="http://schemas.microsoft.com/sharepoint/v3/contenttype/forms"/>
  </ds:schemaRefs>
</ds:datastoreItem>
</file>

<file path=customXml/itemProps43.xml><?xml version="1.0" encoding="utf-8"?>
<ds:datastoreItem xmlns:ds="http://schemas.openxmlformats.org/officeDocument/2006/customXml" ds:itemID="{7A3DE86C-37E5-43A2-A674-30AE8DECAC0E}">
  <ds:schemaRefs/>
</ds:datastoreItem>
</file>

<file path=customXml/itemProps44.xml><?xml version="1.0" encoding="utf-8"?>
<ds:datastoreItem xmlns:ds="http://schemas.openxmlformats.org/officeDocument/2006/customXml" ds:itemID="{CC49FFC8-2FF3-4057-96F0-3BCD1A4F0351}">
  <ds:schemaRefs/>
</ds:datastoreItem>
</file>

<file path=customXml/itemProps45.xml><?xml version="1.0" encoding="utf-8"?>
<ds:datastoreItem xmlns:ds="http://schemas.openxmlformats.org/officeDocument/2006/customXml" ds:itemID="{13FD8C04-EC58-4965-B798-8E6CBDD39C2A}">
  <ds:schemaRefs/>
</ds:datastoreItem>
</file>

<file path=docMetadata/LabelInfo.xml><?xml version="1.0" encoding="utf-8"?>
<clbl:labelList xmlns:clbl="http://schemas.microsoft.com/office/2020/mipLabelMetadata">
  <clbl:label id="{0d3b1b9e-ad63-40af-8c4f-1c93d6bb86a8}" enabled="1" method="Privileged" siteId="{42f7676c-f455-423c-82f6-dc2d99791af7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1343</Words>
  <Application>Microsoft Office PowerPoint</Application>
  <PresentationFormat>Custom</PresentationFormat>
  <Paragraphs>233</Paragraphs>
  <Slides>20</Slides>
  <Notes>17</Notes>
  <HiddenSlides>3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Wingdings</vt:lpstr>
      <vt:lpstr>Wingdings</vt:lpstr>
      <vt:lpstr>Symbol</vt:lpstr>
      <vt:lpstr>72 Brand</vt:lpstr>
      <vt:lpstr>Arial</vt:lpstr>
      <vt:lpstr>72 Brand Medium</vt:lpstr>
      <vt:lpstr>SAP Template</vt:lpstr>
      <vt:lpstr>Title goes here and here and here</vt:lpstr>
      <vt:lpstr>Title goes here and here and here</vt:lpstr>
      <vt:lpstr>Title goes here and here and here</vt:lpstr>
      <vt:lpstr>Title goes here and here and here</vt:lpstr>
      <vt:lpstr>Agenda</vt:lpstr>
      <vt:lpstr>Divider page</vt:lpstr>
      <vt:lpstr>Text with image</vt:lpstr>
      <vt:lpstr>Data points</vt:lpstr>
      <vt:lpstr>Text with icons</vt:lpstr>
      <vt:lpstr>Roadmap</vt:lpstr>
      <vt:lpstr>Table – four columns</vt:lpstr>
      <vt:lpstr>Diagram with icons</vt:lpstr>
      <vt:lpstr>Team slide </vt:lpstr>
      <vt:lpstr>Meet our team</vt:lpstr>
      <vt:lpstr>“Lorem ipsum dolor sit amet, consetetur tempor sadipscing elitr, sed diam nonumy eirmod tempor invidunt ut labore et dolore magna aliquyam erat, sed diam voluptua. Lorem ipsum dolor sit amet.”</vt:lpstr>
      <vt:lpstr>Join the conversation</vt:lpstr>
      <vt:lpstr>Thank you.</vt:lpstr>
      <vt:lpstr>Tips &amp; tricks – your user guide</vt:lpstr>
      <vt:lpstr>Tips &amp; tricks – your user guide – SAP brand site</vt:lpstr>
      <vt:lpstr>Tips &amp; tricks – your user guide – color palette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description/>
  <cp:revision>421</cp:revision>
  <dcterms:created xsi:type="dcterms:W3CDTF">2025-12-18T10:31:51Z</dcterms:created>
  <dcterms:modified xsi:type="dcterms:W3CDTF">2025-12-18T10:49:02Z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NewReviewCycle">
    <vt:lpwstr/>
  </property>
  <property fmtid="{D5CDD505-2E9C-101B-9397-08002B2CF9AE}" pid="3" name="ContentTypeId">
    <vt:lpwstr>0x010100AC4034B036C92A4A897F8A958DF51533</vt:lpwstr>
  </property>
  <property fmtid="{D5CDD505-2E9C-101B-9397-08002B2CF9AE}" pid="4" name="Created by">
    <vt:lpwstr>omnidocs.com</vt:lpwstr>
  </property>
  <property fmtid="{D5CDD505-2E9C-101B-9397-08002B2CF9AE}" pid="5" name="ClassificationContentMarkingFooterLocations">
    <vt:lpwstr>SAP Template:12</vt:lpwstr>
  </property>
  <property fmtid="{D5CDD505-2E9C-101B-9397-08002B2CF9AE}" pid="6" name="ClassificationContentMarkingFooterText">
    <vt:lpwstr>                 INTERNAL ‒ SAP and External Parties under NDA Only</vt:lpwstr>
  </property>
  <property fmtid="{D5CDD505-2E9C-101B-9397-08002B2CF9AE}" pid="7" name="TemplafyTimeStamp">
    <vt:lpwstr>2025-12-14T08:56:23</vt:lpwstr>
  </property>
  <property fmtid="{D5CDD505-2E9C-101B-9397-08002B2CF9AE}" pid="8" name="TemplafyTenantId">
    <vt:lpwstr>sap</vt:lpwstr>
  </property>
  <property fmtid="{D5CDD505-2E9C-101B-9397-08002B2CF9AE}" pid="9" name="TemplafyTemplateId">
    <vt:lpwstr>1328131190817294516</vt:lpwstr>
  </property>
  <property fmtid="{D5CDD505-2E9C-101B-9397-08002B2CF9AE}" pid="10" name="TemplafyUserProfileId">
    <vt:lpwstr>637710449012726268</vt:lpwstr>
  </property>
  <property fmtid="{D5CDD505-2E9C-101B-9397-08002B2CF9AE}" pid="11" name="TemplafyLanguageCode">
    <vt:lpwstr>en-US</vt:lpwstr>
  </property>
  <property fmtid="{D5CDD505-2E9C-101B-9397-08002B2CF9AE}" pid="12" name="TemplafyFromBlank">
    <vt:bool>false</vt:bool>
  </property>
</Properties>
</file>