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5.svg" ContentType="image/svg+xml"/>
  <Override PartName="/ppt/media/image16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bin" ContentType="image/png"/>
  <Override PartName="/ppt/media/image40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Relationship Id="rId7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46"/>
  </p:sldMasterIdLst>
  <p:notesMasterIdLst>
    <p:notesMasterId r:id="rId67"/>
  </p:notesMasterIdLst>
  <p:handoutMasterIdLst>
    <p:handoutMasterId r:id="rId68"/>
  </p:handoutMasterIdLst>
  <p:sldIdLst>
    <p:sldId id="2213" r:id="rId47"/>
    <p:sldId id="2252" r:id="rId92"/>
    <p:sldId id="2202" r:id="rId52"/>
    <p:sldId id="2183" r:id="rId57"/>
    <p:sldId id="2253" r:id="rId66"/>
    <p:sldId id="2254" r:id="rId65"/>
    <p:sldId id="2255" r:id="rId64"/>
    <p:sldId id="2256" r:id="rId63"/>
    <p:sldId id="2257" r:id="rId61"/>
    <p:sldId id="2258" r:id="rId60"/>
    <p:sldId id="2259" r:id="rId59"/>
    <p:sldId id="2260" r:id="rId58"/>
    <p:sldId id="2261" r:id="rId56"/>
    <p:sldId id="2262" r:id="rId55"/>
    <p:sldId id="2263" r:id="rId54"/>
    <p:sldId id="2264" r:id="rId53"/>
    <p:sldId id="2265" r:id="rId51"/>
    <p:sldId id="2266" r:id="rId50"/>
    <p:sldId id="2153" r:id="rId62"/>
  </p:sldIdLst>
  <p:sldSz cx="12195175" cy="6858000"/>
  <p:notesSz cx="6858000" cy="9144000"/>
  <p:embeddedFontLst>
    <p:embeddedFont>
      <p:font typeface="72 Brand" panose="020B0504030603020204" pitchFamily="34" charset="0"/>
      <p:regular r:id="rId69"/>
      <p:bold r:id="rId70"/>
      <p:italic r:id="rId71"/>
      <p:boldItalic r:id="rId72"/>
    </p:embeddedFont>
    <p:embeddedFont>
      <p:font typeface="72 Brand Medium" panose="020B0604030603020204" pitchFamily="34" charset="0"/>
      <p:regular r:id="rId73"/>
      <p:italic r:id="rId74"/>
    </p:embeddedFont>
  </p:embeddedFontLst>
  <p:custDataLst>
    <p:tags r:id="rId75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F8D71B-3E0A-4242-9928-A93BF25DC873}" v="1" dt="2025-12-18T10:32:41.350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360" autoAdjust="0"/>
  </p:normalViewPr>
  <p:slideViewPr>
    <p:cSldViewPr snapToGrid="0" showGuides="1">
      <p:cViewPr varScale="1">
        <p:scale>
          <a:sx n="63" d="100"/>
          <a:sy n="63" d="100"/>
        </p:scale>
        <p:origin x="36" y="7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5026"/>
    </p:cViewPr>
  </p:sorterViewPr>
  <p:notesViewPr>
    <p:cSldViewPr snapToGrid="0" showGuides="1">
      <p:cViewPr varScale="1">
        <p:scale>
          <a:sx n="92" d="100"/>
          <a:sy n="92" d="100"/>
        </p:scale>
        <p:origin x="4008" y="168"/>
      </p:cViewPr>
      <p:guideLst>
        <p:guide orient="horz" pos="2880"/>
        <p:guide pos="2160"/>
      </p:guideLst>
    </p:cSldViewPr>
  </p:notesViewPr>
  <p:gridSpacing cx="936117" cy="936117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customXml" Target="../customXml/item40.xml"/><Relationship Id="rId41" Type="http://schemas.openxmlformats.org/officeDocument/2006/relationships/customXml" Target="../customXml/item41.xml"/><Relationship Id="rId42" Type="http://schemas.openxmlformats.org/officeDocument/2006/relationships/customXml" Target="../customXml/item42.xml"/><Relationship Id="rId43" Type="http://schemas.openxmlformats.org/officeDocument/2006/relationships/customXml" Target="../customXml/item43.xml"/><Relationship Id="rId44" Type="http://schemas.openxmlformats.org/officeDocument/2006/relationships/customXml" Target="../customXml/item44.xml"/><Relationship Id="rId45" Type="http://schemas.openxmlformats.org/officeDocument/2006/relationships/customXml" Target="../customXml/item45.xml"/><Relationship Id="rId46" Type="http://schemas.openxmlformats.org/officeDocument/2006/relationships/slideMaster" Target="slideMasters/slideMaster1.xml"/><Relationship Id="rId47" Type="http://schemas.openxmlformats.org/officeDocument/2006/relationships/slide" Target="slides/slide1.xml"/><Relationship Id="rId50" Type="http://schemas.openxmlformats.org/officeDocument/2006/relationships/slide" Target="slides/slide19.xml"/><Relationship Id="rId51" Type="http://schemas.openxmlformats.org/officeDocument/2006/relationships/slide" Target="slides/slide18.xml"/><Relationship Id="rId52" Type="http://schemas.openxmlformats.org/officeDocument/2006/relationships/slide" Target="slides/slide3.xml"/><Relationship Id="rId53" Type="http://schemas.openxmlformats.org/officeDocument/2006/relationships/slide" Target="slides/slide17.xml"/><Relationship Id="rId54" Type="http://schemas.openxmlformats.org/officeDocument/2006/relationships/slide" Target="slides/slide16.xml"/><Relationship Id="rId55" Type="http://schemas.openxmlformats.org/officeDocument/2006/relationships/slide" Target="slides/slide15.xml"/><Relationship Id="rId56" Type="http://schemas.openxmlformats.org/officeDocument/2006/relationships/slide" Target="slides/slide14.xml"/><Relationship Id="rId57" Type="http://schemas.openxmlformats.org/officeDocument/2006/relationships/slide" Target="slides/slide4.xml"/><Relationship Id="rId58" Type="http://schemas.openxmlformats.org/officeDocument/2006/relationships/slide" Target="slides/slide13.xml"/><Relationship Id="rId59" Type="http://schemas.openxmlformats.org/officeDocument/2006/relationships/slide" Target="slides/slide12.xml"/><Relationship Id="rId60" Type="http://schemas.openxmlformats.org/officeDocument/2006/relationships/slide" Target="slides/slide11.xml"/><Relationship Id="rId61" Type="http://schemas.openxmlformats.org/officeDocument/2006/relationships/slide" Target="slides/slide10.xml"/><Relationship Id="rId62" Type="http://schemas.openxmlformats.org/officeDocument/2006/relationships/slide" Target="slides/slide5.xml"/><Relationship Id="rId63" Type="http://schemas.openxmlformats.org/officeDocument/2006/relationships/slide" Target="slides/slide9.xml"/><Relationship Id="rId64" Type="http://schemas.openxmlformats.org/officeDocument/2006/relationships/slide" Target="slides/slide8.xml"/><Relationship Id="rId65" Type="http://schemas.openxmlformats.org/officeDocument/2006/relationships/slide" Target="slides/slide7.xml"/><Relationship Id="rId66" Type="http://schemas.openxmlformats.org/officeDocument/2006/relationships/slide" Target="slides/slide6.xml"/><Relationship Id="rId67" Type="http://schemas.openxmlformats.org/officeDocument/2006/relationships/notesMaster" Target="notesMasters/notesMaster1.xml"/><Relationship Id="rId68" Type="http://schemas.openxmlformats.org/officeDocument/2006/relationships/handoutMaster" Target="handoutMasters/handoutMaster1.xml"/><Relationship Id="rId69" Type="http://schemas.openxmlformats.org/officeDocument/2006/relationships/font" Target="fonts/font1.fntdata"/><Relationship Id="rId70" Type="http://schemas.openxmlformats.org/officeDocument/2006/relationships/font" Target="fonts/font2.fntdata"/><Relationship Id="rId71" Type="http://schemas.openxmlformats.org/officeDocument/2006/relationships/font" Target="fonts/font3.fntdata"/><Relationship Id="rId72" Type="http://schemas.openxmlformats.org/officeDocument/2006/relationships/font" Target="fonts/font4.fntdata"/><Relationship Id="rId73" Type="http://schemas.openxmlformats.org/officeDocument/2006/relationships/font" Target="fonts/font5.fntdata"/><Relationship Id="rId74" Type="http://schemas.openxmlformats.org/officeDocument/2006/relationships/font" Target="fonts/font6.fntdata"/><Relationship Id="rId75" Type="http://schemas.openxmlformats.org/officeDocument/2006/relationships/tags" Target="tags/tag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Relationship Id="rId80" Type="http://schemas.microsoft.com/office/2015/10/relationships/revisionInfo" Target="revisionInfo.xml"/><Relationship Id="rId92" Type="http://schemas.openxmlformats.org/officeDocument/2006/relationships/slide" Target="slides/slide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 dirty="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78814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483637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147141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370539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bin"/><Relationship Id="rId5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image" Target="../media/image1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9.png"/><Relationship Id="rId6" Type="http://schemas.openxmlformats.org/officeDocument/2006/relationships/image" Target="../media/image10.svg"/><Relationship Id="rId7" Type="http://schemas.openxmlformats.org/officeDocument/2006/relationships/image" Target="../media/image11.png"/><Relationship Id="rId8" Type="http://schemas.openxmlformats.org/officeDocument/2006/relationships/image" Target="../media/image1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6.svg"/><Relationship Id="rId4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17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30.svg"/><Relationship Id="rId4" Type="http://schemas.openxmlformats.org/officeDocument/2006/relationships/image" Target="../media/image31.png"/><Relationship Id="rId5" Type="http://schemas.openxmlformats.org/officeDocument/2006/relationships/image" Target="../media/image32.svg"/><Relationship Id="rId6" Type="http://schemas.openxmlformats.org/officeDocument/2006/relationships/image" Target="../media/image33.png"/><Relationship Id="rId7" Type="http://schemas.openxmlformats.org/officeDocument/2006/relationships/image" Target="../media/image34.svg"/><Relationship Id="rId8" Type="http://schemas.openxmlformats.org/officeDocument/2006/relationships/image" Target="../media/image35.png"/><Relationship Id="rId9" Type="http://schemas.openxmlformats.org/officeDocument/2006/relationships/image" Target="../media/image36.svg"/><Relationship Id="rId10" Type="http://schemas.openxmlformats.org/officeDocument/2006/relationships/hyperlink" Target="https://brand.sap.com/media-library/index.html#/" TargetMode="External"/><Relationship Id="rId11" Type="http://schemas.openxmlformats.org/officeDocument/2006/relationships/hyperlink" Target="https://brand.sap.com/" TargetMode="External"/><Relationship Id="rId12" Type="http://schemas.openxmlformats.org/officeDocument/2006/relationships/hyperlink" Target="https://brand.sap.com/naming-center#/dashboard" TargetMode="External"/><Relationship Id="rId13" Type="http://schemas.openxmlformats.org/officeDocument/2006/relationships/hyperlink" Target="https://brand.sap.com/writing-assistant" TargetMode="Externa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4.bin"/><Relationship Id="rId7" Type="http://schemas.openxmlformats.org/officeDocument/2006/relationships/image" Target="../media/image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00296843" name="LogoBlue-Dynamic" descr="{&quot;templafy&quot;:{&quot;id&quot;:&quot;76763539-1909-4982-a38a-ad40e547b13e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170924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2355" y="1156532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5176" y="0"/>
            <a:ext cx="4320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2206502"/>
            <a:ext cx="5465762" cy="997196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13082717" name="LogoWhite-Dynamic" descr="{&quot;templafy&quot;:{&quot;id&quot;:&quot;ee068d38-d8d6-4f51-9530-95cb3b336244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0" y="504000"/>
            <a:ext cx="1706219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54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  <p15:guide id="2" orient="horz" pos="2682" userDrawn="1">
          <p15:clr>
            <a:srgbClr val="FBAE40"/>
          </p15:clr>
        </p15:guide>
        <p15:guide id="3" orient="horz" pos="299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A814E6-1161-2533-DECB-242314C64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09825" y="1294364"/>
            <a:ext cx="7677375" cy="3819591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208578058" name="LogoWhite-Dynamic" descr="{&quot;templafy&quot;:{&quot;id&quot;:&quot;e3c3a6af-8345-4518-8c28-8945ad8d4383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504000"/>
            <a:ext cx="1706219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35871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BAFF1977-7427-5CA2-A419-54E33BAD09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2188"/>
          <a:stretch/>
        </p:blipFill>
        <p:spPr>
          <a:xfrm>
            <a:off x="7175500" y="0"/>
            <a:ext cx="4313404" cy="1647915"/>
          </a:xfrm>
          <a:prstGeom prst="rect">
            <a:avLst/>
          </a:prstGeom>
        </p:spPr>
      </p:pic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58102CDA-6550-338C-434D-B8FA408CB4D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175500" y="2385967"/>
            <a:ext cx="4313404" cy="2117815"/>
          </a:xfrm>
          <a:prstGeom prst="rect">
            <a:avLst/>
          </a:prstGeom>
        </p:spPr>
      </p:pic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65BCE9EE-E0B3-4D29-F0C4-BD00A1DA3A2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23687"/>
          <a:stretch/>
        </p:blipFill>
        <p:spPr>
          <a:xfrm>
            <a:off x="7175500" y="5241835"/>
            <a:ext cx="4313404" cy="1616165"/>
          </a:xfrm>
          <a:prstGeom prst="rect">
            <a:avLst/>
          </a:prstGeom>
        </p:spPr>
      </p:pic>
      <p:pic>
        <p:nvPicPr>
          <p:cNvPr id="675945817" name="LogoBlack-Dynamic" descr="{&quot;templafy&quot;:{&quot;id&quot;:&quot;1d62b530-3b2d-4f92-babb-44a9256310ea&quot;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000" y="504000"/>
            <a:ext cx="1706219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45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41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E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357393" name="LogoWhite-Dynamic" descr="{&quot;templafy&quot;:{&quot;id&quot;:&quot;097828c0-4a39-4e97-8f6b-91c1d166d462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1706219" cy="360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35871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8CDC0F09-263D-29E7-D374-16F5252D45B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2188"/>
          <a:stretch/>
        </p:blipFill>
        <p:spPr>
          <a:xfrm>
            <a:off x="7175500" y="0"/>
            <a:ext cx="4313404" cy="1647915"/>
          </a:xfrm>
          <a:prstGeom prst="rect">
            <a:avLst/>
          </a:prstGeom>
        </p:spPr>
      </p:pic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DC385859-B9B6-B3C8-F173-ECEB2422A16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75500" y="2385967"/>
            <a:ext cx="4313404" cy="2117815"/>
          </a:xfrm>
          <a:prstGeom prst="rect">
            <a:avLst/>
          </a:prstGeom>
        </p:spPr>
      </p:pic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087266D6-22F1-A496-6B1F-14CEDC80499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b="23687"/>
          <a:stretch/>
        </p:blipFill>
        <p:spPr>
          <a:xfrm>
            <a:off x="7175500" y="5241835"/>
            <a:ext cx="4313404" cy="161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4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F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9" y="2706317"/>
            <a:ext cx="5129700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5" name="Freeform 139">
            <a:extLst>
              <a:ext uri="{FF2B5EF4-FFF2-40B4-BE49-F238E27FC236}">
                <a16:creationId xmlns:a16="http://schemas.microsoft.com/office/drawing/2014/main" id="{FA0F61C1-1CC3-1F5A-18B8-8E26514F6688}"/>
              </a:ext>
            </a:extLst>
          </p:cNvPr>
          <p:cNvSpPr>
            <a:spLocks noChangeAspect="1"/>
          </p:cNvSpPr>
          <p:nvPr userDrawn="1"/>
        </p:nvSpPr>
        <p:spPr>
          <a:xfrm>
            <a:off x="5970588" y="1931313"/>
            <a:ext cx="5660044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  <p:pic>
        <p:nvPicPr>
          <p:cNvPr id="1531233735" name="LogoBlack-Dynamic" descr="{&quot;templafy&quot;:{&quot;id&quot;:&quot;29fc773d-9785-4baf-82c9-2cd70983f7f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1706219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844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100393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5A13C-829D-1987-9534-F97491F0C5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70588" y="1931313"/>
            <a:ext cx="5685160" cy="2829600"/>
          </a:xfrm>
          <a:prstGeom prst="rect">
            <a:avLst/>
          </a:prstGeom>
        </p:spPr>
      </p:pic>
      <p:pic>
        <p:nvPicPr>
          <p:cNvPr id="714536340" name="LogoBlue-Dynamic" descr="{&quot;templafy&quot;:{&quot;id&quot;:&quot;ec5d34d3-2736-4f9b-bde1-9e06debdc622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504000"/>
            <a:ext cx="170924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13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H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9" y="2706317"/>
            <a:ext cx="5112116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2BFABF1-DD81-F2D4-FD65-DBCD66360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0250" y="1932069"/>
            <a:ext cx="5711687" cy="2828844"/>
          </a:xfrm>
          <a:custGeom>
            <a:avLst/>
            <a:gdLst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5453062 w 5453062"/>
              <a:gd name="connsiteY2" fmla="*/ 2700337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  <a:gd name="connsiteX0" fmla="*/ 0 w 5453062"/>
              <a:gd name="connsiteY0" fmla="*/ 0 h 2758526"/>
              <a:gd name="connsiteX1" fmla="*/ 5453062 w 5453062"/>
              <a:gd name="connsiteY1" fmla="*/ 0 h 2758526"/>
              <a:gd name="connsiteX2" fmla="*/ 2751426 w 5453062"/>
              <a:gd name="connsiteY2" fmla="*/ 2758526 h 2758526"/>
              <a:gd name="connsiteX3" fmla="*/ 0 w 5453062"/>
              <a:gd name="connsiteY3" fmla="*/ 2700337 h 2758526"/>
              <a:gd name="connsiteX4" fmla="*/ 0 w 5453062"/>
              <a:gd name="connsiteY4" fmla="*/ 0 h 2758526"/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2726487 w 5453062"/>
              <a:gd name="connsiteY2" fmla="*/ 2700336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3062" h="2700337">
                <a:moveTo>
                  <a:pt x="0" y="0"/>
                </a:moveTo>
                <a:lnTo>
                  <a:pt x="5453062" y="0"/>
                </a:lnTo>
                <a:lnTo>
                  <a:pt x="2726487" y="2700336"/>
                </a:lnTo>
                <a:lnTo>
                  <a:pt x="0" y="2700337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</p:spPr>
        <p:txBody>
          <a:bodyPr anchor="ctr" anchorCtr="0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      Click to add image</a:t>
            </a:r>
          </a:p>
        </p:txBody>
      </p:sp>
      <p:pic>
        <p:nvPicPr>
          <p:cNvPr id="588237112" name="LogoBlack-Dynamic" descr="{&quot;templafy&quot;:{&quot;id&quot;:&quot;6a2ad435-f360-4282-b19f-3938b8e530c2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1706219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97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238" y="4024430"/>
            <a:ext cx="11187112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1393625293" name="LogoBlue-Dynamic" descr="{&quot;templafy&quot;:{&quot;id&quot;:&quot;f2d18eeb-7213-4501-b0eb-4746b2344c6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998166"/>
            <a:ext cx="170924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5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J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238" y="4024430"/>
            <a:ext cx="10683936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Title goes here</a:t>
            </a:r>
            <a:br>
              <a:rPr lang="en-GB" dirty="0"/>
            </a:br>
            <a:r>
              <a:rPr lang="en-GB" dirty="0"/>
              <a:t>and here and here</a:t>
            </a:r>
            <a:endParaRPr lang="en-US" dirty="0"/>
          </a:p>
        </p:txBody>
      </p:sp>
      <p:pic>
        <p:nvPicPr>
          <p:cNvPr id="1838035863" name="LogoBlue-Dynamic" descr="{&quot;templafy&quot;:{&quot;id&quot;:&quot;818cac13-a078-477f-a7cb-08774ce796c0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997600"/>
            <a:ext cx="1709244" cy="360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A511F2-AB36-486F-DD38-75D70E7966D1}"/>
              </a:ext>
            </a:extLst>
          </p:cNvPr>
          <p:cNvSpPr/>
          <p:nvPr userDrawn="1"/>
        </p:nvSpPr>
        <p:spPr bwMode="gray">
          <a:xfrm>
            <a:off x="0" y="-1"/>
            <a:ext cx="12195175" cy="3429001"/>
          </a:xfrm>
          <a:prstGeom prst="rect">
            <a:avLst/>
          </a:prstGeom>
          <a:solidFill>
            <a:srgbClr val="002A86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F499F4C9-2427-3F8A-52CC-B08C56B79E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610894" y="503238"/>
            <a:ext cx="4085806" cy="200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321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K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6134326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85740486" name="LogoWhite-Dynamic" descr="{&quot;templafy&quot;:{&quot;id&quot;:&quot;4891e6fc-5fdd-43ef-8f92-cf8d3b9b0810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1706219" cy="360000"/>
          </a:xfrm>
          <a:prstGeom prst="rect">
            <a:avLst/>
          </a:prstGeom>
        </p:spPr>
      </p:pic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DE5B3AD0-1D89-347D-1FDC-8F83FFF6F994}"/>
              </a:ext>
            </a:extLst>
          </p:cNvPr>
          <p:cNvSpPr/>
          <p:nvPr userDrawn="1"/>
        </p:nvSpPr>
        <p:spPr bwMode="gray">
          <a:xfrm>
            <a:off x="6923314" y="0"/>
            <a:ext cx="5271861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4710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9">
            <a:extLst>
              <a:ext uri="{FF2B5EF4-FFF2-40B4-BE49-F238E27FC236}">
                <a16:creationId xmlns:a16="http://schemas.microsoft.com/office/drawing/2014/main" id="{50B7529E-B60E-F89E-F314-F04B082CB02E}"/>
              </a:ext>
            </a:extLst>
          </p:cNvPr>
          <p:cNvSpPr/>
          <p:nvPr userDrawn="1"/>
        </p:nvSpPr>
        <p:spPr bwMode="gray">
          <a:xfrm>
            <a:off x="5970588" y="0"/>
            <a:ext cx="6224588" cy="6858000"/>
          </a:xfrm>
          <a:prstGeom prst="rect">
            <a:avLst/>
          </a:pr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/>
            <a:endParaRPr lang="de-DE" dirty="0">
              <a:noFill/>
              <a:latin typeface="72 Brand" panose="020B0504030603020204" pitchFamily="34" charset="0"/>
            </a:endParaRP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CA462676-FE5D-71FF-7237-1B7F0ADBEC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930345" y="2227645"/>
            <a:ext cx="4205741" cy="2064955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4000" y="2706317"/>
            <a:ext cx="5230813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380801889" name="LogoBlue-Dynamic" descr="{&quot;templafy&quot;:{&quot;id&quot;:&quot;08529856-8de0-4fae-95cb-d37d20a03882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00" y="504000"/>
            <a:ext cx="170924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17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0" y="505381"/>
            <a:ext cx="11186476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548000"/>
            <a:ext cx="11186477" cy="4804619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 dirty="0"/>
              <a:t>Agenda Item/Divider Headline</a:t>
            </a:r>
          </a:p>
        </p:txBody>
      </p:sp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1" y="505381"/>
            <a:ext cx="7373174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1" y="1548000"/>
            <a:ext cx="7373174" cy="4805175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 dirty="0"/>
              <a:t>Agenda Item/Divider Headline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0D0982-D686-0C55-3C20-38CF602654D3}"/>
              </a:ext>
            </a:extLst>
          </p:cNvPr>
          <p:cNvSpPr/>
          <p:nvPr/>
        </p:nvSpPr>
        <p:spPr>
          <a:xfrm>
            <a:off x="8128001" y="0"/>
            <a:ext cx="4067174" cy="6858000"/>
          </a:xfrm>
          <a:prstGeom prst="rect">
            <a:avLst/>
          </a:prstGeom>
          <a:solidFill>
            <a:srgbClr val="002A86"/>
          </a:solidFill>
          <a:ln w="12700">
            <a:noFill/>
            <a:headEnd type="none" w="med" len="med"/>
            <a:tailEnd type="none" w="med" len="med"/>
          </a:ln>
          <a:effectLst>
            <a:outerShdw blurRad="508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82737" tIns="146190" rIns="182737" bIns="1461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1773" fontAlgn="base">
              <a:spcBef>
                <a:spcPct val="0"/>
              </a:spcBef>
              <a:spcAft>
                <a:spcPct val="0"/>
              </a:spcAft>
            </a:pPr>
            <a:endParaRPr lang="en-US" sz="1400" kern="0">
              <a:gradFill>
                <a:gsLst>
                  <a:gs pos="0">
                    <a:srgbClr val="002A86"/>
                  </a:gs>
                  <a:gs pos="100000">
                    <a:srgbClr val="002A86"/>
                  </a:gs>
                </a:gsLst>
                <a:lin ang="2700000" scaled="1"/>
              </a:gradFill>
              <a:latin typeface="72 Brand Medium" panose="020B0504030603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5AD2A09-250F-1ADC-43C7-571E869ACEFC}"/>
              </a:ext>
            </a:extLst>
          </p:cNvPr>
          <p:cNvGrpSpPr/>
          <p:nvPr userDrawn="1"/>
        </p:nvGrpSpPr>
        <p:grpSpPr>
          <a:xfrm>
            <a:off x="8831263" y="-1"/>
            <a:ext cx="2895816" cy="6858001"/>
            <a:chOff x="8712092" y="-1"/>
            <a:chExt cx="2895816" cy="6858001"/>
          </a:xfrm>
        </p:grpSpPr>
        <p:sp>
          <p:nvSpPr>
            <p:cNvPr id="7" name="Freeform 139">
              <a:extLst>
                <a:ext uri="{FF2B5EF4-FFF2-40B4-BE49-F238E27FC236}">
                  <a16:creationId xmlns:a16="http://schemas.microsoft.com/office/drawing/2014/main" id="{D7B725F3-3056-4C67-EF57-4A180708DEBC}"/>
                </a:ext>
              </a:extLst>
            </p:cNvPr>
            <p:cNvSpPr/>
            <p:nvPr/>
          </p:nvSpPr>
          <p:spPr>
            <a:xfrm>
              <a:off x="8712092" y="1728123"/>
              <a:ext cx="2895816" cy="1447692"/>
            </a:xfrm>
            <a:custGeom>
              <a:avLst/>
              <a:gdLst>
                <a:gd name="connsiteX0" fmla="*/ 3258914 w 3582451"/>
                <a:gd name="connsiteY0" fmla="*/ 133987 h 1790958"/>
                <a:gd name="connsiteX1" fmla="*/ 1735702 w 3582451"/>
                <a:gd name="connsiteY1" fmla="*/ 1656971 h 1790958"/>
                <a:gd name="connsiteX2" fmla="*/ 134007 w 3582451"/>
                <a:gd name="connsiteY2" fmla="*/ 1656971 h 1790958"/>
                <a:gd name="connsiteX3" fmla="*/ 134007 w 3582451"/>
                <a:gd name="connsiteY3" fmla="*/ 133987 h 1790958"/>
                <a:gd name="connsiteX4" fmla="*/ 3258914 w 3582451"/>
                <a:gd name="connsiteY4" fmla="*/ 133987 h 1790958"/>
                <a:gd name="connsiteX5" fmla="*/ 3582451 w 3582451"/>
                <a:gd name="connsiteY5" fmla="*/ 0 h 1790958"/>
                <a:gd name="connsiteX6" fmla="*/ 0 w 3582451"/>
                <a:gd name="connsiteY6" fmla="*/ 0 h 1790958"/>
                <a:gd name="connsiteX7" fmla="*/ 0 w 3582451"/>
                <a:gd name="connsiteY7" fmla="*/ 1790958 h 1790958"/>
                <a:gd name="connsiteX8" fmla="*/ 1791226 w 3582451"/>
                <a:gd name="connsiteY8" fmla="*/ 1790958 h 1790958"/>
                <a:gd name="connsiteX9" fmla="*/ 3582451 w 3582451"/>
                <a:gd name="connsiteY9" fmla="*/ 0 h 1790958"/>
                <a:gd name="connsiteX10" fmla="*/ 3582451 w 3582451"/>
                <a:gd name="connsiteY10" fmla="*/ 0 h 1790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82451" h="1790958">
                  <a:moveTo>
                    <a:pt x="3258914" y="133987"/>
                  </a:moveTo>
                  <a:lnTo>
                    <a:pt x="1735702" y="1656971"/>
                  </a:lnTo>
                  <a:lnTo>
                    <a:pt x="134007" y="1656971"/>
                  </a:lnTo>
                  <a:lnTo>
                    <a:pt x="134007" y="133987"/>
                  </a:lnTo>
                  <a:lnTo>
                    <a:pt x="3258914" y="133987"/>
                  </a:lnTo>
                  <a:moveTo>
                    <a:pt x="3582451" y="0"/>
                  </a:moveTo>
                  <a:lnTo>
                    <a:pt x="0" y="0"/>
                  </a:lnTo>
                  <a:lnTo>
                    <a:pt x="0" y="1790958"/>
                  </a:lnTo>
                  <a:lnTo>
                    <a:pt x="1791226" y="1790958"/>
                  </a:lnTo>
                  <a:lnTo>
                    <a:pt x="3582451" y="0"/>
                  </a:lnTo>
                  <a:lnTo>
                    <a:pt x="3582451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088654"/>
              <a:endParaRPr lang="en-US" sz="2100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Freeform 139">
              <a:extLst>
                <a:ext uri="{FF2B5EF4-FFF2-40B4-BE49-F238E27FC236}">
                  <a16:creationId xmlns:a16="http://schemas.microsoft.com/office/drawing/2014/main" id="{9D919D45-FC03-6DF6-A534-7F09777CF3DA}"/>
                </a:ext>
              </a:extLst>
            </p:cNvPr>
            <p:cNvSpPr/>
            <p:nvPr/>
          </p:nvSpPr>
          <p:spPr>
            <a:xfrm>
              <a:off x="8712092" y="3682186"/>
              <a:ext cx="2895816" cy="1447692"/>
            </a:xfrm>
            <a:custGeom>
              <a:avLst/>
              <a:gdLst>
                <a:gd name="connsiteX0" fmla="*/ 3258914 w 3582451"/>
                <a:gd name="connsiteY0" fmla="*/ 133987 h 1790958"/>
                <a:gd name="connsiteX1" fmla="*/ 1735702 w 3582451"/>
                <a:gd name="connsiteY1" fmla="*/ 1656971 h 1790958"/>
                <a:gd name="connsiteX2" fmla="*/ 134007 w 3582451"/>
                <a:gd name="connsiteY2" fmla="*/ 1656971 h 1790958"/>
                <a:gd name="connsiteX3" fmla="*/ 134007 w 3582451"/>
                <a:gd name="connsiteY3" fmla="*/ 133987 h 1790958"/>
                <a:gd name="connsiteX4" fmla="*/ 3258914 w 3582451"/>
                <a:gd name="connsiteY4" fmla="*/ 133987 h 1790958"/>
                <a:gd name="connsiteX5" fmla="*/ 3582451 w 3582451"/>
                <a:gd name="connsiteY5" fmla="*/ 0 h 1790958"/>
                <a:gd name="connsiteX6" fmla="*/ 0 w 3582451"/>
                <a:gd name="connsiteY6" fmla="*/ 0 h 1790958"/>
                <a:gd name="connsiteX7" fmla="*/ 0 w 3582451"/>
                <a:gd name="connsiteY7" fmla="*/ 1790958 h 1790958"/>
                <a:gd name="connsiteX8" fmla="*/ 1791226 w 3582451"/>
                <a:gd name="connsiteY8" fmla="*/ 1790958 h 1790958"/>
                <a:gd name="connsiteX9" fmla="*/ 3582451 w 3582451"/>
                <a:gd name="connsiteY9" fmla="*/ 0 h 1790958"/>
                <a:gd name="connsiteX10" fmla="*/ 3582451 w 3582451"/>
                <a:gd name="connsiteY10" fmla="*/ 0 h 1790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82451" h="1790958">
                  <a:moveTo>
                    <a:pt x="3258914" y="133987"/>
                  </a:moveTo>
                  <a:lnTo>
                    <a:pt x="1735702" y="1656971"/>
                  </a:lnTo>
                  <a:lnTo>
                    <a:pt x="134007" y="1656971"/>
                  </a:lnTo>
                  <a:lnTo>
                    <a:pt x="134007" y="133987"/>
                  </a:lnTo>
                  <a:lnTo>
                    <a:pt x="3258914" y="133987"/>
                  </a:lnTo>
                  <a:moveTo>
                    <a:pt x="3582451" y="0"/>
                  </a:moveTo>
                  <a:lnTo>
                    <a:pt x="0" y="0"/>
                  </a:lnTo>
                  <a:lnTo>
                    <a:pt x="0" y="1790958"/>
                  </a:lnTo>
                  <a:lnTo>
                    <a:pt x="1791226" y="1790958"/>
                  </a:lnTo>
                  <a:lnTo>
                    <a:pt x="3582451" y="0"/>
                  </a:lnTo>
                  <a:lnTo>
                    <a:pt x="3582451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088654"/>
              <a:endParaRPr lang="en-US" sz="2100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0A876687-243B-0F88-E4A6-6D6D20F0B90B}"/>
                </a:ext>
              </a:extLst>
            </p:cNvPr>
            <p:cNvSpPr/>
            <p:nvPr userDrawn="1"/>
          </p:nvSpPr>
          <p:spPr bwMode="gray">
            <a:xfrm>
              <a:off x="8712092" y="-1"/>
              <a:ext cx="2669842" cy="1221752"/>
            </a:xfrm>
            <a:custGeom>
              <a:avLst/>
              <a:gdLst>
                <a:gd name="connsiteX0" fmla="*/ 0 w 2669842"/>
                <a:gd name="connsiteY0" fmla="*/ 0 h 1221752"/>
                <a:gd name="connsiteX1" fmla="*/ 108322 w 2669842"/>
                <a:gd name="connsiteY1" fmla="*/ 0 h 1221752"/>
                <a:gd name="connsiteX2" fmla="*/ 108322 w 2669842"/>
                <a:gd name="connsiteY2" fmla="*/ 1113446 h 1221752"/>
                <a:gd name="connsiteX3" fmla="*/ 1403026 w 2669842"/>
                <a:gd name="connsiteY3" fmla="*/ 1113446 h 1221752"/>
                <a:gd name="connsiteX4" fmla="*/ 2516638 w 2669842"/>
                <a:gd name="connsiteY4" fmla="*/ 0 h 1221752"/>
                <a:gd name="connsiteX5" fmla="*/ 2669842 w 2669842"/>
                <a:gd name="connsiteY5" fmla="*/ 0 h 1221752"/>
                <a:gd name="connsiteX6" fmla="*/ 1447908 w 2669842"/>
                <a:gd name="connsiteY6" fmla="*/ 1221752 h 1221752"/>
                <a:gd name="connsiteX7" fmla="*/ 0 w 2669842"/>
                <a:gd name="connsiteY7" fmla="*/ 1221752 h 1221752"/>
                <a:gd name="connsiteX8" fmla="*/ 0 w 2669842"/>
                <a:gd name="connsiteY8" fmla="*/ 0 h 12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9842" h="1221752">
                  <a:moveTo>
                    <a:pt x="0" y="0"/>
                  </a:moveTo>
                  <a:lnTo>
                    <a:pt x="108322" y="0"/>
                  </a:lnTo>
                  <a:lnTo>
                    <a:pt x="108322" y="1113446"/>
                  </a:lnTo>
                  <a:lnTo>
                    <a:pt x="1403026" y="1113446"/>
                  </a:lnTo>
                  <a:lnTo>
                    <a:pt x="2516638" y="0"/>
                  </a:lnTo>
                  <a:lnTo>
                    <a:pt x="2669842" y="0"/>
                  </a:lnTo>
                  <a:lnTo>
                    <a:pt x="1447908" y="1221752"/>
                  </a:lnTo>
                  <a:lnTo>
                    <a:pt x="0" y="1221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 defTabSz="1088654"/>
              <a:endParaRPr lang="en-DE" noProof="0" dirty="0" err="1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33" name="Free-form: Shape 32">
              <a:extLst>
                <a:ext uri="{FF2B5EF4-FFF2-40B4-BE49-F238E27FC236}">
                  <a16:creationId xmlns:a16="http://schemas.microsoft.com/office/drawing/2014/main" id="{6A6C2A84-BDA9-F161-B462-F84F02753B0F}"/>
                </a:ext>
              </a:extLst>
            </p:cNvPr>
            <p:cNvSpPr/>
            <p:nvPr userDrawn="1"/>
          </p:nvSpPr>
          <p:spPr bwMode="gray">
            <a:xfrm>
              <a:off x="8712092" y="5636249"/>
              <a:ext cx="2895816" cy="1221751"/>
            </a:xfrm>
            <a:custGeom>
              <a:avLst/>
              <a:gdLst>
                <a:gd name="connsiteX0" fmla="*/ 0 w 2895816"/>
                <a:gd name="connsiteY0" fmla="*/ 0 h 1221751"/>
                <a:gd name="connsiteX1" fmla="*/ 2895816 w 2895816"/>
                <a:gd name="connsiteY1" fmla="*/ 0 h 1221751"/>
                <a:gd name="connsiteX2" fmla="*/ 1673884 w 2895816"/>
                <a:gd name="connsiteY2" fmla="*/ 1221751 h 1221751"/>
                <a:gd name="connsiteX3" fmla="*/ 1520680 w 2895816"/>
                <a:gd name="connsiteY3" fmla="*/ 1221751 h 1221751"/>
                <a:gd name="connsiteX4" fmla="*/ 2634290 w 2895816"/>
                <a:gd name="connsiteY4" fmla="*/ 108306 h 1221751"/>
                <a:gd name="connsiteX5" fmla="*/ 108323 w 2895816"/>
                <a:gd name="connsiteY5" fmla="*/ 108306 h 1221751"/>
                <a:gd name="connsiteX6" fmla="*/ 108323 w 2895816"/>
                <a:gd name="connsiteY6" fmla="*/ 1221751 h 1221751"/>
                <a:gd name="connsiteX7" fmla="*/ 0 w 2895816"/>
                <a:gd name="connsiteY7" fmla="*/ 1221751 h 1221751"/>
                <a:gd name="connsiteX8" fmla="*/ 0 w 2895816"/>
                <a:gd name="connsiteY8" fmla="*/ 0 h 1221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816" h="1221751">
                  <a:moveTo>
                    <a:pt x="0" y="0"/>
                  </a:moveTo>
                  <a:lnTo>
                    <a:pt x="2895816" y="0"/>
                  </a:lnTo>
                  <a:lnTo>
                    <a:pt x="1673884" y="1221751"/>
                  </a:lnTo>
                  <a:lnTo>
                    <a:pt x="1520680" y="1221751"/>
                  </a:lnTo>
                  <a:lnTo>
                    <a:pt x="2634290" y="108306"/>
                  </a:lnTo>
                  <a:lnTo>
                    <a:pt x="108323" y="108306"/>
                  </a:lnTo>
                  <a:lnTo>
                    <a:pt x="108323" y="1221751"/>
                  </a:lnTo>
                  <a:lnTo>
                    <a:pt x="0" y="1221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 defTabSz="1088654"/>
              <a:endParaRPr lang="en-DE" noProof="0" dirty="0" err="1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5801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F6F4229-C80F-03D8-379E-5395A9D910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239" y="2305050"/>
            <a:ext cx="4745037" cy="68580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4" name="Divider text">
            <a:extLst>
              <a:ext uri="{FF2B5EF4-FFF2-40B4-BE49-F238E27FC236}">
                <a16:creationId xmlns:a16="http://schemas.microsoft.com/office/drawing/2014/main" id="{6F90880B-34A2-54BD-E54C-D9BEA8FA68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wrap="square" anchor="t" anchorCtr="0">
            <a:noAutofit/>
          </a:bodyPr>
          <a:lstStyle>
            <a:lvl1pPr marL="0" algn="l" defTabSz="1088558" rtl="0" eaLnBrk="1" latinLnBrk="0" hangingPunct="1">
              <a:spcBef>
                <a:spcPct val="0"/>
              </a:spcBef>
              <a:buNone/>
              <a:defRPr lang="de-DE" sz="4400" b="0" i="0" kern="1200" baseline="0" dirty="0">
                <a:solidFill>
                  <a:schemeClr val="bg1"/>
                </a:solidFill>
                <a:latin typeface="+mj-lt"/>
                <a:ea typeface="+mj-ea"/>
                <a:cs typeface="72" panose="020B0503030000000003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76558-3EEE-080B-A240-E7C3F5ABB8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00141" y="2409572"/>
            <a:ext cx="6090209" cy="30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480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845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3DD38521-14BF-F5D9-2930-AE3A04ABFA30}"/>
              </a:ext>
            </a:extLst>
          </p:cNvPr>
          <p:cNvSpPr>
            <a:spLocks noChangeAspect="1"/>
          </p:cNvSpPr>
          <p:nvPr userDrawn="1"/>
        </p:nvSpPr>
        <p:spPr>
          <a:xfrm>
            <a:off x="2726189" y="1767938"/>
            <a:ext cx="6739622" cy="332212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>
              <a:defRPr/>
            </a:pPr>
            <a:r>
              <a:rPr lang="en-US" dirty="0">
                <a:noFill/>
                <a:latin typeface="72 Brand" panose="020B0504030603020204" pitchFamily="34" charset="0"/>
              </a:rPr>
              <a:t>1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238" y="3090446"/>
            <a:ext cx="11187112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212160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288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Start typing to add text without a bullet point. To add a bullet point, place the cursor at the start of this line and press tab.</a:t>
            </a:r>
            <a:endParaRPr lang="en-US" noProof="0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58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225477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1413" y="4770000"/>
            <a:ext cx="5469064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225477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465000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8000" y="4354921"/>
            <a:ext cx="3562477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128000" y="1548000"/>
            <a:ext cx="356247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14824" y="4354921"/>
            <a:ext cx="3560763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14826" y="1548000"/>
            <a:ext cx="3560762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560000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5600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0995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80501" y="1548000"/>
            <a:ext cx="260997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2343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21413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3691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62325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999" y="1548000"/>
            <a:ext cx="2605913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8" y="1548000"/>
            <a:ext cx="7371589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7371589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02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11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  <p15:guide id="7" orient="horz" pos="972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21413" y="1557338"/>
            <a:ext cx="5469064" cy="4795837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screenshot</a:t>
            </a:r>
            <a:endParaRPr lang="de-DE" dirty="0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227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2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48000"/>
            <a:ext cx="11185200" cy="4805175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09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2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nvil" descr="preencoded.png">
            <a:extLst>
              <a:ext uri="{FF2B5EF4-FFF2-40B4-BE49-F238E27FC236}">
                <a16:creationId xmlns:a16="http://schemas.microsoft.com/office/drawing/2014/main" id="{C4FED2BE-6259-64CE-562B-46975C5747E1}"/>
              </a:ext>
            </a:extLst>
          </p:cNvPr>
          <p:cNvSpPr/>
          <p:nvPr userDrawn="1"/>
        </p:nvSpPr>
        <p:spPr>
          <a:xfrm>
            <a:off x="2409825" y="1543050"/>
            <a:ext cx="8061100" cy="397351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9D1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738" y="3256398"/>
            <a:ext cx="9282112" cy="64611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“Add Quote”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45BB20-CC77-71AE-A785-DCD42C2AEC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9825" y="5832475"/>
            <a:ext cx="8328025" cy="52070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GB" dirty="0"/>
              <a:t>Speaker,</a:t>
            </a:r>
          </a:p>
          <a:p>
            <a:pPr lvl="0"/>
            <a:r>
              <a:rPr lang="en-GB" dirty="0"/>
              <a:t>Company, Role</a:t>
            </a:r>
            <a:endParaRPr lang="en-DE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 dirty="0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70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3475" userDrawn="1">
          <p15:clr>
            <a:srgbClr val="FBAE40"/>
          </p15:clr>
        </p15:guide>
        <p15:guide id="8" orient="horz" pos="323" userDrawn="1">
          <p15:clr>
            <a:srgbClr val="FBAE40"/>
          </p15:clr>
        </p15:guide>
        <p15:guide id="9" orient="horz" pos="55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 &amp; A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81300"/>
            <a:ext cx="4765675" cy="64611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What's On Your Mind?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 dirty="0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 dirty="0">
              <a:latin typeface="+mn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ED969-77E2-26AA-CB6C-CBBE1D0882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3725638"/>
            <a:ext cx="4765675" cy="3939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 dirty="0"/>
              <a:t>You Ask, We Answer.</a:t>
            </a:r>
          </a:p>
        </p:txBody>
      </p:sp>
      <p:sp>
        <p:nvSpPr>
          <p:cNvPr id="15" name="Freeform 139">
            <a:extLst>
              <a:ext uri="{FF2B5EF4-FFF2-40B4-BE49-F238E27FC236}">
                <a16:creationId xmlns:a16="http://schemas.microsoft.com/office/drawing/2014/main" id="{56FC0E0D-AC3F-5FC3-96B0-FC51FA509DAC}"/>
              </a:ext>
            </a:extLst>
          </p:cNvPr>
          <p:cNvSpPr>
            <a:spLocks noChangeAspect="1"/>
          </p:cNvSpPr>
          <p:nvPr userDrawn="1"/>
        </p:nvSpPr>
        <p:spPr>
          <a:xfrm>
            <a:off x="5970588" y="1931313"/>
            <a:ext cx="5660044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44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1752" userDrawn="1">
          <p15:clr>
            <a:srgbClr val="FBAE40"/>
          </p15:clr>
        </p15:guide>
        <p15:guide id="8" orient="horz" pos="323">
          <p15:clr>
            <a:srgbClr val="FBAE40"/>
          </p15:clr>
        </p15:guide>
        <p15:guide id="9" orient="horz" pos="55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503238" y="2905125"/>
            <a:ext cx="18370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b="0" i="0" dirty="0">
                <a:latin typeface="+mn-lt"/>
              </a:rPr>
              <a:t>Contact information: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1543050"/>
            <a:ext cx="5465762" cy="846386"/>
          </a:xfrm>
        </p:spPr>
        <p:txBody>
          <a:bodyPr/>
          <a:lstStyle>
            <a:lvl1pPr>
              <a:defRPr sz="5500" b="0" i="0">
                <a:latin typeface="72 Brand Medium" panose="020B0504030603020204" pitchFamily="34" charset="0"/>
              </a:defRPr>
            </a:lvl1pPr>
          </a:lstStyle>
          <a:p>
            <a:r>
              <a:rPr lang="en-GB" dirty="0"/>
              <a:t>Thank you.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C865E-BEC1-EE4C-E61C-369AEE2DFC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3947" y="5990000"/>
            <a:ext cx="3506403" cy="360000"/>
          </a:xfrm>
          <a:prstGeom prst="rect">
            <a:avLst/>
          </a:prstGeom>
        </p:spPr>
      </p:pic>
      <p:sp>
        <p:nvSpPr>
          <p:cNvPr id="2" name="Copyright Placeholder" descr="{&quot;templafy&quot;:{&quot;id&quot;:&quot;ba9fff8e-a26f-4604-9418-39eec7243848&quot;}}">
            <a:extLst>
              <a:ext uri="{FF2B5EF4-FFF2-40B4-BE49-F238E27FC236}">
                <a16:creationId xmlns:a16="http://schemas.microsoft.com/office/drawing/2014/main" id="{565E87ED-3DFA-D2CD-24E2-199538EC4F11}"/>
              </a:ext>
            </a:extLst>
          </p:cNvPr>
          <p:cNvSpPr txBox="1">
            <a:spLocks/>
          </p:cNvSpPr>
          <p:nvPr userDrawn="1"/>
        </p:nvSpPr>
        <p:spPr>
          <a:xfrm>
            <a:off x="504000" y="6145872"/>
            <a:ext cx="6704011" cy="208122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72 Brand" panose="020B0504030603020204" pitchFamily="34" charset="0"/>
                <a:cs typeface="Arial" panose="020B0604020202020204" pitchFamily="34" charset="0"/>
              </a:rPr>
              <a:t>© 2026</a:t>
            </a:r>
            <a:r>
              <a:rPr lang="en-GB" dirty="0">
                <a:latin typeface="72 Brand" panose="020B0504030603020204" pitchFamily="34" charset="0"/>
              </a:rPr>
              <a:t> SAP SE or an SAP affiliate company. All rights reserved. See Legal Notice on www.sap.com/legal-notice for use terms, disclaimers, disclosures, or restrictions related to this material.</a:t>
            </a:r>
            <a:endParaRPr lang="en-US" dirty="0">
              <a:latin typeface="72 Brand" panose="020B0504030603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09031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183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4024430"/>
            <a:ext cx="5466588" cy="998420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55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Thank you.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8F6905-A0D4-DA0D-B1C3-892DEA90CF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29588" y="5990000"/>
            <a:ext cx="3506403" cy="360000"/>
          </a:xfrm>
          <a:prstGeom prst="rect">
            <a:avLst/>
          </a:prstGeom>
        </p:spPr>
      </p:pic>
      <p:sp>
        <p:nvSpPr>
          <p:cNvPr id="5" name="Copyright Placeholder" descr="{&quot;templafy&quot;:{&quot;id&quot;:&quot;ba9fff8e-a26f-4604-9418-39eec7243848&quot;}}">
            <a:extLst>
              <a:ext uri="{FF2B5EF4-FFF2-40B4-BE49-F238E27FC236}">
                <a16:creationId xmlns:a16="http://schemas.microsoft.com/office/drawing/2014/main" id="{C0F15E99-C02F-C566-8827-500E6A9C1D4E}"/>
              </a:ext>
            </a:extLst>
          </p:cNvPr>
          <p:cNvSpPr txBox="1">
            <a:spLocks/>
          </p:cNvSpPr>
          <p:nvPr userDrawn="1"/>
        </p:nvSpPr>
        <p:spPr>
          <a:xfrm>
            <a:off x="504000" y="6145872"/>
            <a:ext cx="6704011" cy="208122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dirty="0">
                <a:latin typeface="72 Brand" panose="020B0504030603020204" pitchFamily="34" charset="0"/>
                <a:cs typeface="Arial" panose="020B0604020202020204" pitchFamily="34" charset="0"/>
              </a:rPr>
              <a:t>© 2026</a:t>
            </a:r>
            <a:r>
              <a:rPr lang="en-GB" dirty="0">
                <a:latin typeface="72 Brand" panose="020B0504030603020204" pitchFamily="34" charset="0"/>
              </a:rPr>
              <a:t> SAP SE or an SAP affiliate company. All rights reserved. See Legal Notice on www.sap.com/legal-notice for use terms, disclaimers, disclosures, or restrictions related to this material.</a:t>
            </a:r>
            <a:endParaRPr lang="en-US" dirty="0">
              <a:latin typeface="72 Brand" panose="020B0504030603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35C5B-3872-7864-2787-0C648AA99BB6}"/>
              </a:ext>
            </a:extLst>
          </p:cNvPr>
          <p:cNvSpPr/>
          <p:nvPr userDrawn="1"/>
        </p:nvSpPr>
        <p:spPr bwMode="gray">
          <a:xfrm>
            <a:off x="11296650" y="6494825"/>
            <a:ext cx="898525" cy="360000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5967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4" pos="326" userDrawn="1">
          <p15:clr>
            <a:srgbClr val="A4A3A4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2181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TIPS &amp; TRI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4BFCE-B81D-CBD1-C182-360E8B61B7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" r="69235" b="-57172"/>
          <a:stretch/>
        </p:blipFill>
        <p:spPr>
          <a:xfrm>
            <a:off x="8283791" y="1604962"/>
            <a:ext cx="343400" cy="568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9183E9-C13E-58A0-4347-EB86D2AEA0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1606" t="3929"/>
          <a:stretch/>
        </p:blipFill>
        <p:spPr>
          <a:xfrm>
            <a:off x="8129588" y="2073216"/>
            <a:ext cx="651804" cy="347377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05509" y="1142617"/>
            <a:ext cx="217703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GB" sz="1400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Click the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button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in the Templafy pane</a:t>
            </a:r>
            <a:endParaRPr lang="en-GB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You can search for images in the search field.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00AD0EBC-0A41-4B26-9D79-79E0C00BBA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3238" y="1142617"/>
            <a:ext cx="1741943" cy="47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Click on the arrow next to </a:t>
            </a:r>
            <a:r>
              <a:rPr lang="en-GB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to view a dropdown menu of possible slide layouts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6" name="Picture 29">
            <a:extLst>
              <a:ext uri="{FF2B5EF4-FFF2-40B4-BE49-F238E27FC236}">
                <a16:creationId xmlns:a16="http://schemas.microsoft.com/office/drawing/2014/main" id="{6B35B93D-CCEE-48AF-A769-8729CC05BE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51212" y="2382611"/>
            <a:ext cx="457262" cy="257143"/>
          </a:xfrm>
          <a:prstGeom prst="rect">
            <a:avLst/>
          </a:prstGeom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A13B127D-1BE4-4C8F-96F6-59C8D10D8F4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51212" y="3852636"/>
            <a:ext cx="328967" cy="505501"/>
          </a:xfrm>
          <a:prstGeom prst="rect">
            <a:avLst/>
          </a:prstGeom>
        </p:spPr>
      </p:pic>
      <p:pic>
        <p:nvPicPr>
          <p:cNvPr id="56" name="Picture 20">
            <a:extLst>
              <a:ext uri="{FF2B5EF4-FFF2-40B4-BE49-F238E27FC236}">
                <a16:creationId xmlns:a16="http://schemas.microsoft.com/office/drawing/2014/main" id="{5730DD9A-26F6-4C14-AE7D-221D2B3F38D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51212" y="5922364"/>
            <a:ext cx="538605" cy="17284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259301" y="4485830"/>
            <a:ext cx="313870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38181" y="1142617"/>
            <a:ext cx="2176236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Insert predefined slides and elements using the Templafy pane.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Slides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or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 elements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from the buttons in the Templafy pane on the right side of the screen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Lundbeck Display" panose="020B04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 dirty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r>
              <a:rPr lang="en-GB" altLang="da-DK" sz="898" b="0" kern="1200" noProof="1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.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</a:t>
            </a:r>
            <a:br>
              <a:rPr lang="en-GB" sz="12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0" kern="1200" dirty="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Use the top colors in the Theme Colors or from the Custom Colors</a:t>
            </a:r>
            <a:endParaRPr lang="en-GB" altLang="da-DK" sz="900" b="0" kern="1200" noProof="1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3AD9C-98AE-450E-B202-15860002D52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251212" y="4832123"/>
            <a:ext cx="475552" cy="176762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18 December 2025</a:t>
            </a:fld>
            <a:endParaRPr lang="en-GB" dirty="0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599777-CEE9-4330-8A6A-3069D39183B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251212" y="3134689"/>
            <a:ext cx="257210" cy="285714"/>
          </a:xfrm>
          <a:prstGeom prst="rect">
            <a:avLst/>
          </a:prstGeom>
        </p:spPr>
      </p:pic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l="3901" t="45142" r="62601" b="9046"/>
          <a:stretch/>
        </p:blipFill>
        <p:spPr>
          <a:xfrm>
            <a:off x="5245589" y="3691782"/>
            <a:ext cx="341293" cy="321707"/>
          </a:xfrm>
          <a:prstGeom prst="rect">
            <a:avLst/>
          </a:prstGeom>
        </p:spPr>
      </p:pic>
      <p:sp>
        <p:nvSpPr>
          <p:cNvPr id="28" name="Text Box 3">
            <a:extLst>
              <a:ext uri="{FF2B5EF4-FFF2-40B4-BE49-F238E27FC236}">
                <a16:creationId xmlns:a16="http://schemas.microsoft.com/office/drawing/2014/main" id="{DDCB523A-48A3-4250-B4C1-AF02601BB1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82088" y="1142616"/>
            <a:ext cx="2239735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66EECC-2461-0C49-FFE7-C164DD64926E}"/>
              </a:ext>
            </a:extLst>
          </p:cNvPr>
          <p:cNvGrpSpPr/>
          <p:nvPr userDrawn="1"/>
        </p:nvGrpSpPr>
        <p:grpSpPr>
          <a:xfrm>
            <a:off x="6251270" y="4056806"/>
            <a:ext cx="1322734" cy="2015520"/>
            <a:chOff x="6199540" y="4122121"/>
            <a:chExt cx="1322734" cy="20155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FE5DB9-990F-7667-F2A7-10A554709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6221970" y="4122121"/>
              <a:ext cx="1265349" cy="201552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67F39F8-AFAA-4F1A-823C-3AD53FA01A6C}"/>
                </a:ext>
              </a:extLst>
            </p:cNvPr>
            <p:cNvSpPr/>
            <p:nvPr userDrawn="1"/>
          </p:nvSpPr>
          <p:spPr>
            <a:xfrm>
              <a:off x="6199540" y="4135123"/>
              <a:ext cx="1322734" cy="3224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dirty="0" err="1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1F8064C-EA32-2695-A62E-0FD19E6488D2}"/>
                </a:ext>
              </a:extLst>
            </p:cNvPr>
            <p:cNvGrpSpPr/>
            <p:nvPr userDrawn="1"/>
          </p:nvGrpSpPr>
          <p:grpSpPr>
            <a:xfrm>
              <a:off x="6264683" y="4489006"/>
              <a:ext cx="1227581" cy="430507"/>
              <a:chOff x="9633073" y="4865213"/>
              <a:chExt cx="1340678" cy="543868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A4E6E-E1F4-43FD-B8CF-26E4922501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33073" y="4865213"/>
                <a:ext cx="1340678" cy="54386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1D1501F-27A0-4700-9931-9C3FAB584C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38376" y="4871464"/>
                <a:ext cx="1325413" cy="53761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D02872-5612-DE62-3C76-69A4C63D6028}"/>
                </a:ext>
              </a:extLst>
            </p:cNvPr>
            <p:cNvGrpSpPr/>
            <p:nvPr userDrawn="1"/>
          </p:nvGrpSpPr>
          <p:grpSpPr>
            <a:xfrm>
              <a:off x="6272862" y="5981737"/>
              <a:ext cx="1210972" cy="131714"/>
              <a:chOff x="9641250" y="5721348"/>
              <a:chExt cx="1322539" cy="13171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373B96-DCE8-4A3E-B352-6213002B76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44154" y="5721348"/>
                <a:ext cx="1319634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1E09DDC-6C4A-434B-BFC0-03680F3344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41250" y="5721349"/>
                <a:ext cx="1322539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6A5B63-704C-D12A-FEDD-DDC178A0A966}"/>
                </a:ext>
              </a:extLst>
            </p:cNvPr>
            <p:cNvSpPr/>
            <p:nvPr userDrawn="1"/>
          </p:nvSpPr>
          <p:spPr>
            <a:xfrm>
              <a:off x="6199540" y="5068106"/>
              <a:ext cx="1322734" cy="78405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dirty="0" err="1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7425079-9463-D918-BC58-9BB2E4C1F1F7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207406" y="2480919"/>
            <a:ext cx="417662" cy="4108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D611D-0D6D-59ED-1752-C7417ADF4A7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5229878" y="1718612"/>
            <a:ext cx="372718" cy="5013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 dirty="0">
                <a:latin typeface="72 Brand" panose="020B0504030603020204" pitchFamily="34" charset="0"/>
              </a:rPr>
              <a:t>Delete this slide after reading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FFC81C-DE75-1214-530C-10EC7C6CE1D9}"/>
              </a:ext>
            </a:extLst>
          </p:cNvPr>
          <p:cNvCxnSpPr/>
          <p:nvPr userDrawn="1"/>
        </p:nvCxnSpPr>
        <p:spPr>
          <a:xfrm>
            <a:off x="2863780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E604B8-AFBB-5795-1B7C-568E9E9D9EF4}"/>
              </a:ext>
            </a:extLst>
          </p:cNvPr>
          <p:cNvCxnSpPr/>
          <p:nvPr userDrawn="1"/>
        </p:nvCxnSpPr>
        <p:spPr>
          <a:xfrm>
            <a:off x="5970588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B3B3D-C6F0-D7B9-3B2E-EFBC939A7A54}"/>
              </a:ext>
            </a:extLst>
          </p:cNvPr>
          <p:cNvCxnSpPr/>
          <p:nvPr userDrawn="1"/>
        </p:nvCxnSpPr>
        <p:spPr>
          <a:xfrm>
            <a:off x="8829781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 dirty="0">
                <a:latin typeface="72 Brand Medium" panose="020B0604030603020204" pitchFamily="34" charset="0"/>
              </a:rPr>
              <a:t>Tips &amp; tricks – your user guide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 dirty="0">
              <a:latin typeface="+mn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41DC4AD-29D6-BA7E-0AC2-2D78A458DFD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082088" y="6085528"/>
            <a:ext cx="2606884" cy="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088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SAP BRAND S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18 December 2025</a:t>
            </a:fld>
            <a:endParaRPr lang="en-GB" dirty="0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 dirty="0">
                <a:latin typeface="72 Brand" panose="020B0504030603020204" pitchFamily="34" charset="0"/>
              </a:rPr>
              <a:t>Delete this slide after reading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 dirty="0">
                <a:latin typeface="72 Brand Medium" panose="020B0604030603020204" pitchFamily="34" charset="0"/>
              </a:rPr>
              <a:t>Tips &amp; tricks – your user guide – SAP brand site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43137-62A8-B3EC-D111-2BA192EF3065}"/>
              </a:ext>
            </a:extLst>
          </p:cNvPr>
          <p:cNvSpPr txBox="1"/>
          <p:nvPr userDrawn="1"/>
        </p:nvSpPr>
        <p:spPr>
          <a:xfrm>
            <a:off x="3375642" y="2402037"/>
            <a:ext cx="260749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72 Brand" panose="020B0504030603020204" pitchFamily="34" charset="0"/>
              </a:rPr>
              <a:t>Download and request licensed and approved photographs, videos, pictograms, icons, and sounds for use in SAP assets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7D176-86E4-BAA4-EAFA-777197DB11FB}"/>
              </a:ext>
            </a:extLst>
          </p:cNvPr>
          <p:cNvSpPr txBox="1"/>
          <p:nvPr userDrawn="1"/>
        </p:nvSpPr>
        <p:spPr>
          <a:xfrm>
            <a:off x="4066177" y="1881656"/>
            <a:ext cx="129683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 dirty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Media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243CE-B0B3-55AC-0615-A3583693E365}"/>
              </a:ext>
            </a:extLst>
          </p:cNvPr>
          <p:cNvSpPr txBox="1"/>
          <p:nvPr userDrawn="1"/>
        </p:nvSpPr>
        <p:spPr>
          <a:xfrm>
            <a:off x="1198576" y="1881656"/>
            <a:ext cx="5706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 dirty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Brand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6C5F3-F425-CE4C-8D95-04E9E9BDB6FD}"/>
              </a:ext>
            </a:extLst>
          </p:cNvPr>
          <p:cNvSpPr txBox="1"/>
          <p:nvPr userDrawn="1"/>
        </p:nvSpPr>
        <p:spPr>
          <a:xfrm>
            <a:off x="504001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72 Brand" panose="020B0504030603020204" pitchFamily="34" charset="0"/>
              </a:rPr>
              <a:t>Find information on our brand strategy, logo, colors, tone of voice, graphics, font, and photography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F45A1-A43E-037C-50A7-9B62EBFB00BA}"/>
              </a:ext>
            </a:extLst>
          </p:cNvPr>
          <p:cNvSpPr txBox="1"/>
          <p:nvPr userDrawn="1"/>
        </p:nvSpPr>
        <p:spPr>
          <a:xfrm>
            <a:off x="6245122" y="2380971"/>
            <a:ext cx="260749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72 Brand" panose="020B0504030603020204" pitchFamily="34" charset="0"/>
              </a:rPr>
              <a:t>Learn how we name our offerings, review the naming process, and guidelines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72 Brand" panose="020B0504030603020204" pitchFamily="34" charset="0"/>
              </a:rPr>
              <a:t>Request a name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72 Brand" panose="020B0504030603020204" pitchFamily="34" charset="0"/>
              </a:rPr>
              <a:t>Search for approved names in real time</a:t>
            </a:r>
            <a:endParaRPr lang="en-US" sz="1600" kern="0" dirty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F1F97-371F-BB20-9044-8D5885634D9A}"/>
              </a:ext>
            </a:extLst>
          </p:cNvPr>
          <p:cNvSpPr txBox="1"/>
          <p:nvPr userDrawn="1"/>
        </p:nvSpPr>
        <p:spPr>
          <a:xfrm>
            <a:off x="6914073" y="1881656"/>
            <a:ext cx="14074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 dirty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Naming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9038-CDF3-3E09-8F1B-8E1CB8249534}"/>
              </a:ext>
            </a:extLst>
          </p:cNvPr>
          <p:cNvSpPr txBox="1"/>
          <p:nvPr userDrawn="1"/>
        </p:nvSpPr>
        <p:spPr>
          <a:xfrm>
            <a:off x="9770347" y="1881656"/>
            <a:ext cx="15725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 dirty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Writing Assistant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834DC-FA81-04FD-71E7-2A06BCC314CA}"/>
              </a:ext>
            </a:extLst>
          </p:cNvPr>
          <p:cNvSpPr txBox="1"/>
          <p:nvPr userDrawn="1"/>
        </p:nvSpPr>
        <p:spPr>
          <a:xfrm>
            <a:off x="9082852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72 Brand" panose="020B0504030603020204" pitchFamily="34" charset="0"/>
              </a:rPr>
              <a:t>Copy and paste text </a:t>
            </a:r>
            <a:br>
              <a:rPr lang="en-US" sz="1600" dirty="0">
                <a:latin typeface="72 Brand" panose="020B0504030603020204" pitchFamily="34" charset="0"/>
              </a:rPr>
            </a:br>
            <a:r>
              <a:rPr lang="en-US" sz="1600" dirty="0">
                <a:latin typeface="72 Brand" panose="020B0504030603020204" pitchFamily="34" charset="0"/>
              </a:rPr>
              <a:t>to get instant feedback on grammar, spelling, approved names, style, and tone</a:t>
            </a:r>
          </a:p>
        </p:txBody>
      </p:sp>
      <p:pic>
        <p:nvPicPr>
          <p:cNvPr id="19" name="Grafik 6">
            <a:extLst>
              <a:ext uri="{FF2B5EF4-FFF2-40B4-BE49-F238E27FC236}">
                <a16:creationId xmlns:a16="http://schemas.microsoft.com/office/drawing/2014/main" id="{52486A61-E0EB-5E0A-0E7F-A76057F037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4874" y="1802913"/>
            <a:ext cx="406400" cy="406400"/>
          </a:xfrm>
          <a:prstGeom prst="rect">
            <a:avLst/>
          </a:prstGeom>
        </p:spPr>
      </p:pic>
      <p:pic>
        <p:nvPicPr>
          <p:cNvPr id="24" name="Grafik 12">
            <a:extLst>
              <a:ext uri="{FF2B5EF4-FFF2-40B4-BE49-F238E27FC236}">
                <a16:creationId xmlns:a16="http://schemas.microsoft.com/office/drawing/2014/main" id="{B44DB29B-4BB4-3CE3-8DF7-1725FDBE0B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80327" y="1802913"/>
            <a:ext cx="406400" cy="406400"/>
          </a:xfrm>
          <a:prstGeom prst="rect">
            <a:avLst/>
          </a:prstGeom>
        </p:spPr>
      </p:pic>
      <p:pic>
        <p:nvPicPr>
          <p:cNvPr id="29" name="Grafik 16">
            <a:extLst>
              <a:ext uri="{FF2B5EF4-FFF2-40B4-BE49-F238E27FC236}">
                <a16:creationId xmlns:a16="http://schemas.microsoft.com/office/drawing/2014/main" id="{3212A1EA-544F-FF7B-C47D-411B0FE581B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3096" y="1802913"/>
            <a:ext cx="406400" cy="406400"/>
          </a:xfrm>
          <a:prstGeom prst="rect">
            <a:avLst/>
          </a:prstGeom>
        </p:spPr>
      </p:pic>
      <p:pic>
        <p:nvPicPr>
          <p:cNvPr id="39" name="Grafik 24">
            <a:extLst>
              <a:ext uri="{FF2B5EF4-FFF2-40B4-BE49-F238E27FC236}">
                <a16:creationId xmlns:a16="http://schemas.microsoft.com/office/drawing/2014/main" id="{03846BE7-EFF3-71C4-7BE3-FFB1423B275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72970" y="1802913"/>
            <a:ext cx="406400" cy="406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3E3413D-190F-15AA-863F-0D61520E01E4}"/>
              </a:ext>
            </a:extLst>
          </p:cNvPr>
          <p:cNvSpPr txBox="1"/>
          <p:nvPr userDrawn="1"/>
        </p:nvSpPr>
        <p:spPr>
          <a:xfrm>
            <a:off x="504001" y="5422515"/>
            <a:ext cx="11202163" cy="338554"/>
          </a:xfrm>
          <a:prstGeom prst="rect">
            <a:avLst/>
          </a:prstGeom>
          <a:solidFill>
            <a:srgbClr val="0070F2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504030603020204" pitchFamily="34" charset="0"/>
                <a:ea typeface="+mj-ea"/>
                <a:cs typeface="+mj-cs"/>
              </a:rPr>
              <a:t>The SAP Brand site has all of the resources you need to bring our brand to life! </a:t>
            </a:r>
            <a:endParaRPr lang="en-DE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73180C-291D-F405-90B9-18910307A62C}"/>
              </a:ext>
            </a:extLst>
          </p:cNvPr>
          <p:cNvSpPr/>
          <p:nvPr userDrawn="1"/>
        </p:nvSpPr>
        <p:spPr bwMode="gray">
          <a:xfrm>
            <a:off x="3362325" y="4611087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 dirty="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 dirty="0">
                <a:latin typeface="72 Brand" panose="020B0504030603020204" pitchFamily="34" charset="0"/>
              </a:rPr>
              <a:t>Go to </a:t>
            </a:r>
            <a:r>
              <a:rPr lang="en-US" sz="1400" dirty="0">
                <a:latin typeface="72 Brand" panose="020B0504030603020204" pitchFamily="34" charset="0"/>
                <a:hlinkClick r:id="rId10"/>
              </a:rPr>
              <a:t>Media Library</a:t>
            </a:r>
            <a:endParaRPr lang="en-US" sz="1400" dirty="0">
              <a:latin typeface="72 Brand" panose="020B05040306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EA906-0573-FC48-FBB0-4BC3ACE96483}"/>
              </a:ext>
            </a:extLst>
          </p:cNvPr>
          <p:cNvSpPr/>
          <p:nvPr userDrawn="1"/>
        </p:nvSpPr>
        <p:spPr bwMode="gray">
          <a:xfrm>
            <a:off x="503238" y="4600214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 dirty="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 dirty="0">
                <a:latin typeface="72 Brand" panose="020B0504030603020204" pitchFamily="34" charset="0"/>
              </a:rPr>
              <a:t>Go to </a:t>
            </a:r>
            <a:r>
              <a:rPr lang="en-US" sz="1400" dirty="0">
                <a:latin typeface="72 Brand" panose="020B0504030603020204" pitchFamily="34" charset="0"/>
                <a:hlinkClick r:id="rId11"/>
              </a:rPr>
              <a:t>Brand</a:t>
            </a:r>
            <a:endParaRPr lang="en-US" sz="1400" dirty="0">
              <a:latin typeface="72 Brand" panose="020B05040306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D586B-C108-1309-C995-0AA9A96F0840}"/>
              </a:ext>
            </a:extLst>
          </p:cNvPr>
          <p:cNvSpPr/>
          <p:nvPr userDrawn="1"/>
        </p:nvSpPr>
        <p:spPr bwMode="gray">
          <a:xfrm>
            <a:off x="6223765" y="4591589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 dirty="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 dirty="0">
                <a:latin typeface="72 Brand" panose="020B0504030603020204" pitchFamily="34" charset="0"/>
              </a:rPr>
              <a:t>Go to </a:t>
            </a:r>
            <a:r>
              <a:rPr lang="en-US" sz="1400" dirty="0">
                <a:latin typeface="72 Brand" panose="020B0504030603020204" pitchFamily="34" charset="0"/>
                <a:hlinkClick r:id="rId12"/>
              </a:rPr>
              <a:t>Naming Center</a:t>
            </a:r>
            <a:endParaRPr lang="en-US" sz="1400" dirty="0">
              <a:latin typeface="72 Brand" panose="020B0504030603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2E1815-E9CD-805A-4AB9-E4EFC9E839C8}"/>
              </a:ext>
            </a:extLst>
          </p:cNvPr>
          <p:cNvSpPr/>
          <p:nvPr userDrawn="1"/>
        </p:nvSpPr>
        <p:spPr bwMode="gray">
          <a:xfrm>
            <a:off x="9079677" y="4586781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 dirty="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 dirty="0">
                <a:latin typeface="72 Brand" panose="020B0504030603020204" pitchFamily="34" charset="0"/>
              </a:rPr>
              <a:t>Go to </a:t>
            </a:r>
            <a:r>
              <a:rPr lang="en-US" sz="1400" dirty="0">
                <a:latin typeface="72 Brand" panose="020B0504030603020204" pitchFamily="34" charset="0"/>
                <a:hlinkClick r:id="rId13"/>
              </a:rPr>
              <a:t>Writing </a:t>
            </a:r>
            <a:r>
              <a:rPr lang="en-US" sz="1400" dirty="0" err="1">
                <a:latin typeface="72 Brand" panose="020B0504030603020204" pitchFamily="34" charset="0"/>
                <a:hlinkClick r:id="rId13"/>
              </a:rPr>
              <a:t>Assitant</a:t>
            </a:r>
            <a:endParaRPr lang="en-US" sz="1400" dirty="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7346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3">
            <a:extLst>
              <a:ext uri="{FF2B5EF4-FFF2-40B4-BE49-F238E27FC236}">
                <a16:creationId xmlns:a16="http://schemas.microsoft.com/office/drawing/2014/main" id="{02E2A64A-8B37-7F95-C23A-C3D93C8DEC23}"/>
              </a:ext>
            </a:extLst>
          </p:cNvPr>
          <p:cNvSpPr/>
          <p:nvPr userDrawn="1"/>
        </p:nvSpPr>
        <p:spPr>
          <a:xfrm>
            <a:off x="50400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1E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Blue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#D1EFFF</a:t>
            </a:r>
          </a:p>
        </p:txBody>
      </p:sp>
      <p:sp>
        <p:nvSpPr>
          <p:cNvPr id="4" name="Freeform 70">
            <a:extLst>
              <a:ext uri="{FF2B5EF4-FFF2-40B4-BE49-F238E27FC236}">
                <a16:creationId xmlns:a16="http://schemas.microsoft.com/office/drawing/2014/main" id="{1F2619C0-AA6B-F516-A35F-C9F0906EB840}"/>
              </a:ext>
            </a:extLst>
          </p:cNvPr>
          <p:cNvSpPr/>
          <p:nvPr userDrawn="1"/>
        </p:nvSpPr>
        <p:spPr>
          <a:xfrm>
            <a:off x="240516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Blue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#89D1FF</a:t>
            </a:r>
          </a:p>
        </p:txBody>
      </p:sp>
      <p:sp>
        <p:nvSpPr>
          <p:cNvPr id="5" name="Freeform 69">
            <a:extLst>
              <a:ext uri="{FF2B5EF4-FFF2-40B4-BE49-F238E27FC236}">
                <a16:creationId xmlns:a16="http://schemas.microsoft.com/office/drawing/2014/main" id="{C529F71A-E6DD-53C4-14B3-0F3BF62A05F0}"/>
              </a:ext>
            </a:extLst>
          </p:cNvPr>
          <p:cNvSpPr/>
          <p:nvPr userDrawn="1"/>
        </p:nvSpPr>
        <p:spPr>
          <a:xfrm>
            <a:off x="430632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Blue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#1B90FF</a:t>
            </a:r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9CBF79FE-F787-9301-81AD-A56220775062}"/>
              </a:ext>
            </a:extLst>
          </p:cNvPr>
          <p:cNvSpPr/>
          <p:nvPr userDrawn="1"/>
        </p:nvSpPr>
        <p:spPr>
          <a:xfrm>
            <a:off x="6227422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70F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Blue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#0070F2</a:t>
            </a:r>
          </a:p>
        </p:txBody>
      </p:sp>
      <p:sp>
        <p:nvSpPr>
          <p:cNvPr id="7" name="Freeform 67">
            <a:extLst>
              <a:ext uri="{FF2B5EF4-FFF2-40B4-BE49-F238E27FC236}">
                <a16:creationId xmlns:a16="http://schemas.microsoft.com/office/drawing/2014/main" id="{5BB0975A-0779-6CF9-4471-2FA97BA36738}"/>
              </a:ext>
            </a:extLst>
          </p:cNvPr>
          <p:cNvSpPr/>
          <p:nvPr userDrawn="1"/>
        </p:nvSpPr>
        <p:spPr>
          <a:xfrm>
            <a:off x="8129588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2A8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Blue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#002A86</a:t>
            </a:r>
          </a:p>
        </p:txBody>
      </p:sp>
      <p:sp>
        <p:nvSpPr>
          <p:cNvPr id="8" name="Freeform 66">
            <a:extLst>
              <a:ext uri="{FF2B5EF4-FFF2-40B4-BE49-F238E27FC236}">
                <a16:creationId xmlns:a16="http://schemas.microsoft.com/office/drawing/2014/main" id="{4C6C152D-4698-69B9-D198-F3DD5C9473B5}"/>
              </a:ext>
            </a:extLst>
          </p:cNvPr>
          <p:cNvSpPr/>
          <p:nvPr userDrawn="1"/>
        </p:nvSpPr>
        <p:spPr>
          <a:xfrm>
            <a:off x="10050689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14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Blue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#00144A</a:t>
            </a:r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B6FD5DF5-B272-7F32-7D3F-4B4DE8830832}"/>
              </a:ext>
            </a:extLst>
          </p:cNvPr>
          <p:cNvSpPr/>
          <p:nvPr userDrawn="1"/>
        </p:nvSpPr>
        <p:spPr>
          <a:xfrm>
            <a:off x="50400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AE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Grey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#EAECEE</a:t>
            </a:r>
          </a:p>
        </p:txBody>
      </p:sp>
      <p:sp>
        <p:nvSpPr>
          <p:cNvPr id="10" name="Freeform 62">
            <a:extLst>
              <a:ext uri="{FF2B5EF4-FFF2-40B4-BE49-F238E27FC236}">
                <a16:creationId xmlns:a16="http://schemas.microsoft.com/office/drawing/2014/main" id="{2A5C5A51-CFBC-CA03-038B-F25ECA420C8D}"/>
              </a:ext>
            </a:extLst>
          </p:cNvPr>
          <p:cNvSpPr/>
          <p:nvPr userDrawn="1"/>
        </p:nvSpPr>
        <p:spPr>
          <a:xfrm>
            <a:off x="240516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A9B4B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Grey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#A9B4BE</a:t>
            </a:r>
          </a:p>
        </p:txBody>
      </p:sp>
      <p:sp>
        <p:nvSpPr>
          <p:cNvPr id="11" name="Freeform 61">
            <a:extLst>
              <a:ext uri="{FF2B5EF4-FFF2-40B4-BE49-F238E27FC236}">
                <a16:creationId xmlns:a16="http://schemas.microsoft.com/office/drawing/2014/main" id="{FD45E536-EBC7-3EE1-021A-E61DE17D01EB}"/>
              </a:ext>
            </a:extLst>
          </p:cNvPr>
          <p:cNvSpPr/>
          <p:nvPr userDrawn="1"/>
        </p:nvSpPr>
        <p:spPr>
          <a:xfrm>
            <a:off x="430632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B738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Grey 6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#5B738B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91E1C1C-66AE-2057-3C91-8B50C4A75DCF}"/>
              </a:ext>
            </a:extLst>
          </p:cNvPr>
          <p:cNvSpPr/>
          <p:nvPr userDrawn="1"/>
        </p:nvSpPr>
        <p:spPr>
          <a:xfrm>
            <a:off x="6227422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75E7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Grey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#475E75</a:t>
            </a: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E588F81B-1126-0FBD-D1B7-6E42C034BA69}"/>
              </a:ext>
            </a:extLst>
          </p:cNvPr>
          <p:cNvSpPr/>
          <p:nvPr userDrawn="1"/>
        </p:nvSpPr>
        <p:spPr>
          <a:xfrm>
            <a:off x="8129588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A27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Grey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#1A2733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B135EB5F-EDA8-1AEE-E89C-944D272C6FDF}"/>
              </a:ext>
            </a:extLst>
          </p:cNvPr>
          <p:cNvSpPr/>
          <p:nvPr userDrawn="1"/>
        </p:nvSpPr>
        <p:spPr>
          <a:xfrm>
            <a:off x="10050689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217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Grey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#12171C</a:t>
            </a:r>
          </a:p>
        </p:txBody>
      </p:sp>
      <p:sp>
        <p:nvSpPr>
          <p:cNvPr id="15" name="Freeform 71">
            <a:extLst>
              <a:ext uri="{FF2B5EF4-FFF2-40B4-BE49-F238E27FC236}">
                <a16:creationId xmlns:a16="http://schemas.microsoft.com/office/drawing/2014/main" id="{8CA86CA8-FB25-362E-AAA0-57D65C85EE8A}"/>
              </a:ext>
            </a:extLst>
          </p:cNvPr>
          <p:cNvSpPr/>
          <p:nvPr userDrawn="1"/>
        </p:nvSpPr>
        <p:spPr>
          <a:xfrm>
            <a:off x="50400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2F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Teal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#C2FCEE</a:t>
            </a:r>
          </a:p>
        </p:txBody>
      </p:sp>
      <p:sp>
        <p:nvSpPr>
          <p:cNvPr id="16" name="Freeform 76">
            <a:extLst>
              <a:ext uri="{FF2B5EF4-FFF2-40B4-BE49-F238E27FC236}">
                <a16:creationId xmlns:a16="http://schemas.microsoft.com/office/drawing/2014/main" id="{3DF36DDD-3194-0FFA-03CE-7942BFAC4F73}"/>
              </a:ext>
            </a:extLst>
          </p:cNvPr>
          <p:cNvSpPr/>
          <p:nvPr userDrawn="1"/>
        </p:nvSpPr>
        <p:spPr>
          <a:xfrm>
            <a:off x="240516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CE0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Teal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#2CE0BF</a:t>
            </a:r>
          </a:p>
        </p:txBody>
      </p:sp>
      <p:sp>
        <p:nvSpPr>
          <p:cNvPr id="17" name="Freeform 75">
            <a:extLst>
              <a:ext uri="{FF2B5EF4-FFF2-40B4-BE49-F238E27FC236}">
                <a16:creationId xmlns:a16="http://schemas.microsoft.com/office/drawing/2014/main" id="{DB3A75C6-40E1-8418-08FF-2615CB58D2FB}"/>
              </a:ext>
            </a:extLst>
          </p:cNvPr>
          <p:cNvSpPr/>
          <p:nvPr userDrawn="1"/>
        </p:nvSpPr>
        <p:spPr>
          <a:xfrm>
            <a:off x="430632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Teal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#049F9A</a:t>
            </a:r>
          </a:p>
        </p:txBody>
      </p:sp>
      <p:sp>
        <p:nvSpPr>
          <p:cNvPr id="18" name="Freeform 74">
            <a:extLst>
              <a:ext uri="{FF2B5EF4-FFF2-40B4-BE49-F238E27FC236}">
                <a16:creationId xmlns:a16="http://schemas.microsoft.com/office/drawing/2014/main" id="{533C3A8A-C333-3134-26BC-8FDFA21FBFA9}"/>
              </a:ext>
            </a:extLst>
          </p:cNvPr>
          <p:cNvSpPr/>
          <p:nvPr userDrawn="1"/>
        </p:nvSpPr>
        <p:spPr>
          <a:xfrm>
            <a:off x="6227422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7838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Teal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#07838F</a:t>
            </a:r>
          </a:p>
        </p:txBody>
      </p:sp>
      <p:sp>
        <p:nvSpPr>
          <p:cNvPr id="19" name="Freeform 73">
            <a:extLst>
              <a:ext uri="{FF2B5EF4-FFF2-40B4-BE49-F238E27FC236}">
                <a16:creationId xmlns:a16="http://schemas.microsoft.com/office/drawing/2014/main" id="{B60C9F30-077E-14E2-CB14-97988F26E630}"/>
              </a:ext>
            </a:extLst>
          </p:cNvPr>
          <p:cNvSpPr/>
          <p:nvPr userDrawn="1"/>
        </p:nvSpPr>
        <p:spPr>
          <a:xfrm>
            <a:off x="8129588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2414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Teal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#02414C</a:t>
            </a:r>
          </a:p>
        </p:txBody>
      </p:sp>
      <p:sp>
        <p:nvSpPr>
          <p:cNvPr id="20" name="Freeform 72">
            <a:extLst>
              <a:ext uri="{FF2B5EF4-FFF2-40B4-BE49-F238E27FC236}">
                <a16:creationId xmlns:a16="http://schemas.microsoft.com/office/drawing/2014/main" id="{85E1218C-9B56-A04B-B32B-BF5584E7EB24}"/>
              </a:ext>
            </a:extLst>
          </p:cNvPr>
          <p:cNvSpPr/>
          <p:nvPr userDrawn="1"/>
        </p:nvSpPr>
        <p:spPr>
          <a:xfrm>
            <a:off x="10050689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1293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Teal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#012931</a:t>
            </a:r>
          </a:p>
        </p:txBody>
      </p:sp>
      <p:sp>
        <p:nvSpPr>
          <p:cNvPr id="21" name="Freeform 77">
            <a:extLst>
              <a:ext uri="{FF2B5EF4-FFF2-40B4-BE49-F238E27FC236}">
                <a16:creationId xmlns:a16="http://schemas.microsoft.com/office/drawing/2014/main" id="{B96DC701-A49C-D4B6-0FAE-8C4D1FE14217}"/>
              </a:ext>
            </a:extLst>
          </p:cNvPr>
          <p:cNvSpPr/>
          <p:nvPr userDrawn="1"/>
        </p:nvSpPr>
        <p:spPr>
          <a:xfrm>
            <a:off x="50400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BF5C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Green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#EBF5CB</a:t>
            </a:r>
          </a:p>
        </p:txBody>
      </p:sp>
      <p:sp>
        <p:nvSpPr>
          <p:cNvPr id="22" name="Freeform 82">
            <a:extLst>
              <a:ext uri="{FF2B5EF4-FFF2-40B4-BE49-F238E27FC236}">
                <a16:creationId xmlns:a16="http://schemas.microsoft.com/office/drawing/2014/main" id="{D3F535AB-FBBB-CC41-AFDB-6251499A2CC3}"/>
              </a:ext>
            </a:extLst>
          </p:cNvPr>
          <p:cNvSpPr/>
          <p:nvPr userDrawn="1"/>
        </p:nvSpPr>
        <p:spPr>
          <a:xfrm>
            <a:off x="240516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97DD4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Green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#97DD40</a:t>
            </a:r>
          </a:p>
        </p:txBody>
      </p:sp>
      <p:sp>
        <p:nvSpPr>
          <p:cNvPr id="23" name="Freeform 81">
            <a:extLst>
              <a:ext uri="{FF2B5EF4-FFF2-40B4-BE49-F238E27FC236}">
                <a16:creationId xmlns:a16="http://schemas.microsoft.com/office/drawing/2014/main" id="{FF2D987A-1AEE-FB6C-9091-4D01FA950169}"/>
              </a:ext>
            </a:extLst>
          </p:cNvPr>
          <p:cNvSpPr/>
          <p:nvPr userDrawn="1"/>
        </p:nvSpPr>
        <p:spPr>
          <a:xfrm>
            <a:off x="430632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Green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#36A41D</a:t>
            </a:r>
          </a:p>
        </p:txBody>
      </p:sp>
      <p:sp>
        <p:nvSpPr>
          <p:cNvPr id="24" name="Freeform 80">
            <a:extLst>
              <a:ext uri="{FF2B5EF4-FFF2-40B4-BE49-F238E27FC236}">
                <a16:creationId xmlns:a16="http://schemas.microsoft.com/office/drawing/2014/main" id="{AA53ACC2-4E92-5B3D-5509-AE0FC7AE540D}"/>
              </a:ext>
            </a:extLst>
          </p:cNvPr>
          <p:cNvSpPr/>
          <p:nvPr userDrawn="1"/>
        </p:nvSpPr>
        <p:spPr>
          <a:xfrm>
            <a:off x="6227422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8891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Green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#188918</a:t>
            </a:r>
          </a:p>
        </p:txBody>
      </p:sp>
      <p:sp>
        <p:nvSpPr>
          <p:cNvPr id="25" name="Freeform 79">
            <a:extLst>
              <a:ext uri="{FF2B5EF4-FFF2-40B4-BE49-F238E27FC236}">
                <a16:creationId xmlns:a16="http://schemas.microsoft.com/office/drawing/2014/main" id="{D105CE5F-854F-E5AA-CD56-9B210266B1D7}"/>
              </a:ext>
            </a:extLst>
          </p:cNvPr>
          <p:cNvSpPr/>
          <p:nvPr userDrawn="1"/>
        </p:nvSpPr>
        <p:spPr>
          <a:xfrm>
            <a:off x="8129588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643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Green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#164323</a:t>
            </a:r>
          </a:p>
        </p:txBody>
      </p:sp>
      <p:sp>
        <p:nvSpPr>
          <p:cNvPr id="26" name="Freeform 78">
            <a:extLst>
              <a:ext uri="{FF2B5EF4-FFF2-40B4-BE49-F238E27FC236}">
                <a16:creationId xmlns:a16="http://schemas.microsoft.com/office/drawing/2014/main" id="{44AC23F7-268E-D9FD-AC0B-EB4A4CB13536}"/>
              </a:ext>
            </a:extLst>
          </p:cNvPr>
          <p:cNvSpPr/>
          <p:nvPr userDrawn="1"/>
        </p:nvSpPr>
        <p:spPr>
          <a:xfrm>
            <a:off x="10050689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2B1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Green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#0E2B16</a:t>
            </a:r>
          </a:p>
        </p:txBody>
      </p:sp>
      <p:sp>
        <p:nvSpPr>
          <p:cNvPr id="27" name="Freeform 83">
            <a:extLst>
              <a:ext uri="{FF2B5EF4-FFF2-40B4-BE49-F238E27FC236}">
                <a16:creationId xmlns:a16="http://schemas.microsoft.com/office/drawing/2014/main" id="{FCD2E78F-C379-DA9E-AC51-45BB0ACD8CDC}"/>
              </a:ext>
            </a:extLst>
          </p:cNvPr>
          <p:cNvSpPr/>
          <p:nvPr userDrawn="1"/>
        </p:nvSpPr>
        <p:spPr>
          <a:xfrm>
            <a:off x="50400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F3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Mango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#FFF3B8</a:t>
            </a:r>
          </a:p>
        </p:txBody>
      </p:sp>
      <p:sp>
        <p:nvSpPr>
          <p:cNvPr id="28" name="Freeform 88">
            <a:extLst>
              <a:ext uri="{FF2B5EF4-FFF2-40B4-BE49-F238E27FC236}">
                <a16:creationId xmlns:a16="http://schemas.microsoft.com/office/drawing/2014/main" id="{8F604492-C37F-A63E-B6EF-C1D9DA958F6A}"/>
              </a:ext>
            </a:extLst>
          </p:cNvPr>
          <p:cNvSpPr/>
          <p:nvPr userDrawn="1"/>
        </p:nvSpPr>
        <p:spPr>
          <a:xfrm>
            <a:off x="240516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C9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Mango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#FFC933</a:t>
            </a:r>
          </a:p>
        </p:txBody>
      </p:sp>
      <p:sp>
        <p:nvSpPr>
          <p:cNvPr id="29" name="Freeform 87">
            <a:extLst>
              <a:ext uri="{FF2B5EF4-FFF2-40B4-BE49-F238E27FC236}">
                <a16:creationId xmlns:a16="http://schemas.microsoft.com/office/drawing/2014/main" id="{1903B33E-7553-03DE-1850-350C0DCE0478}"/>
              </a:ext>
            </a:extLst>
          </p:cNvPr>
          <p:cNvSpPr/>
          <p:nvPr userDrawn="1"/>
        </p:nvSpPr>
        <p:spPr>
          <a:xfrm>
            <a:off x="430632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Mango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#E76500</a:t>
            </a:r>
          </a:p>
        </p:txBody>
      </p:sp>
      <p:sp>
        <p:nvSpPr>
          <p:cNvPr id="30" name="Freeform 86">
            <a:extLst>
              <a:ext uri="{FF2B5EF4-FFF2-40B4-BE49-F238E27FC236}">
                <a16:creationId xmlns:a16="http://schemas.microsoft.com/office/drawing/2014/main" id="{220419B0-04C2-995C-B267-365BA4A8314C}"/>
              </a:ext>
            </a:extLst>
          </p:cNvPr>
          <p:cNvSpPr/>
          <p:nvPr userDrawn="1"/>
        </p:nvSpPr>
        <p:spPr>
          <a:xfrm>
            <a:off x="6227422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35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Mango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#C35500</a:t>
            </a:r>
          </a:p>
        </p:txBody>
      </p:sp>
      <p:sp>
        <p:nvSpPr>
          <p:cNvPr id="31" name="Freeform 85">
            <a:extLst>
              <a:ext uri="{FF2B5EF4-FFF2-40B4-BE49-F238E27FC236}">
                <a16:creationId xmlns:a16="http://schemas.microsoft.com/office/drawing/2014/main" id="{5291C6D6-3C0A-1EC1-0DE4-3468327A01FC}"/>
              </a:ext>
            </a:extLst>
          </p:cNvPr>
          <p:cNvSpPr/>
          <p:nvPr userDrawn="1"/>
        </p:nvSpPr>
        <p:spPr>
          <a:xfrm>
            <a:off x="8129588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6D19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Mango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#6D1900</a:t>
            </a:r>
          </a:p>
        </p:txBody>
      </p:sp>
      <p:sp>
        <p:nvSpPr>
          <p:cNvPr id="32" name="Freeform 84">
            <a:extLst>
              <a:ext uri="{FF2B5EF4-FFF2-40B4-BE49-F238E27FC236}">
                <a16:creationId xmlns:a16="http://schemas.microsoft.com/office/drawing/2014/main" id="{0C8AFC63-A495-CD19-A678-5D1C65A0F630}"/>
              </a:ext>
            </a:extLst>
          </p:cNvPr>
          <p:cNvSpPr/>
          <p:nvPr userDrawn="1"/>
        </p:nvSpPr>
        <p:spPr>
          <a:xfrm>
            <a:off x="10050689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50B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Mango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#450B00</a:t>
            </a:r>
          </a:p>
        </p:txBody>
      </p:sp>
      <p:sp>
        <p:nvSpPr>
          <p:cNvPr id="33" name="Freeform 89">
            <a:extLst>
              <a:ext uri="{FF2B5EF4-FFF2-40B4-BE49-F238E27FC236}">
                <a16:creationId xmlns:a16="http://schemas.microsoft.com/office/drawing/2014/main" id="{88F1E754-E8C5-5438-3533-D344315E7FC2}"/>
              </a:ext>
            </a:extLst>
          </p:cNvPr>
          <p:cNvSpPr/>
          <p:nvPr userDrawn="1"/>
        </p:nvSpPr>
        <p:spPr>
          <a:xfrm>
            <a:off x="50400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5E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Red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#FFD5EA</a:t>
            </a:r>
          </a:p>
        </p:txBody>
      </p:sp>
      <p:sp>
        <p:nvSpPr>
          <p:cNvPr id="34" name="Freeform 94">
            <a:extLst>
              <a:ext uri="{FF2B5EF4-FFF2-40B4-BE49-F238E27FC236}">
                <a16:creationId xmlns:a16="http://schemas.microsoft.com/office/drawing/2014/main" id="{F9CAB2F5-111E-9B62-A950-2766E6062CBF}"/>
              </a:ext>
            </a:extLst>
          </p:cNvPr>
          <p:cNvSpPr/>
          <p:nvPr userDrawn="1"/>
        </p:nvSpPr>
        <p:spPr>
          <a:xfrm>
            <a:off x="240516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CB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Red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#FF8CB2</a:t>
            </a:r>
          </a:p>
        </p:txBody>
      </p:sp>
      <p:sp>
        <p:nvSpPr>
          <p:cNvPr id="35" name="Freeform 93">
            <a:extLst>
              <a:ext uri="{FF2B5EF4-FFF2-40B4-BE49-F238E27FC236}">
                <a16:creationId xmlns:a16="http://schemas.microsoft.com/office/drawing/2014/main" id="{20875E28-2038-256F-D469-19622F84F475}"/>
              </a:ext>
            </a:extLst>
          </p:cNvPr>
          <p:cNvSpPr/>
          <p:nvPr userDrawn="1"/>
        </p:nvSpPr>
        <p:spPr>
          <a:xfrm>
            <a:off x="430632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E393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Red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#EE3939</a:t>
            </a:r>
          </a:p>
        </p:txBody>
      </p:sp>
      <p:sp>
        <p:nvSpPr>
          <p:cNvPr id="36" name="Freeform 92">
            <a:extLst>
              <a:ext uri="{FF2B5EF4-FFF2-40B4-BE49-F238E27FC236}">
                <a16:creationId xmlns:a16="http://schemas.microsoft.com/office/drawing/2014/main" id="{54067863-63ED-3E20-7BA9-91BA18863CAC}"/>
              </a:ext>
            </a:extLst>
          </p:cNvPr>
          <p:cNvSpPr/>
          <p:nvPr userDrawn="1"/>
        </p:nvSpPr>
        <p:spPr>
          <a:xfrm>
            <a:off x="6227422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20A0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Red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#D20A0A</a:t>
            </a:r>
          </a:p>
        </p:txBody>
      </p:sp>
      <p:sp>
        <p:nvSpPr>
          <p:cNvPr id="37" name="Freeform 91">
            <a:extLst>
              <a:ext uri="{FF2B5EF4-FFF2-40B4-BE49-F238E27FC236}">
                <a16:creationId xmlns:a16="http://schemas.microsoft.com/office/drawing/2014/main" id="{16AC9816-9312-095C-CA75-9BB225C4252E}"/>
              </a:ext>
            </a:extLst>
          </p:cNvPr>
          <p:cNvSpPr/>
          <p:nvPr userDrawn="1"/>
        </p:nvSpPr>
        <p:spPr>
          <a:xfrm>
            <a:off x="8129588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A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Red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#5A0404</a:t>
            </a:r>
          </a:p>
        </p:txBody>
      </p:sp>
      <p:sp>
        <p:nvSpPr>
          <p:cNvPr id="38" name="Freeform 90">
            <a:extLst>
              <a:ext uri="{FF2B5EF4-FFF2-40B4-BE49-F238E27FC236}">
                <a16:creationId xmlns:a16="http://schemas.microsoft.com/office/drawing/2014/main" id="{AEF6149F-55EA-8B85-D5DF-EFB6B2FF4645}"/>
              </a:ext>
            </a:extLst>
          </p:cNvPr>
          <p:cNvSpPr/>
          <p:nvPr userDrawn="1"/>
        </p:nvSpPr>
        <p:spPr>
          <a:xfrm>
            <a:off x="10050689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35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Red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#350000</a:t>
            </a:r>
          </a:p>
        </p:txBody>
      </p:sp>
      <p:sp>
        <p:nvSpPr>
          <p:cNvPr id="39" name="Freeform 95">
            <a:extLst>
              <a:ext uri="{FF2B5EF4-FFF2-40B4-BE49-F238E27FC236}">
                <a16:creationId xmlns:a16="http://schemas.microsoft.com/office/drawing/2014/main" id="{4027EC94-48C6-D9D1-D350-2C19E151F706}"/>
              </a:ext>
            </a:extLst>
          </p:cNvPr>
          <p:cNvSpPr/>
          <p:nvPr userDrawn="1"/>
        </p:nvSpPr>
        <p:spPr>
          <a:xfrm>
            <a:off x="50400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Raspberry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#FFDCE8</a:t>
            </a:r>
          </a:p>
        </p:txBody>
      </p:sp>
      <p:sp>
        <p:nvSpPr>
          <p:cNvPr id="40" name="Freeform 100">
            <a:extLst>
              <a:ext uri="{FF2B5EF4-FFF2-40B4-BE49-F238E27FC236}">
                <a16:creationId xmlns:a16="http://schemas.microsoft.com/office/drawing/2014/main" id="{74AAC3CA-6774-EA05-39D2-6BFA7B4DF9B5}"/>
              </a:ext>
            </a:extLst>
          </p:cNvPr>
          <p:cNvSpPr/>
          <p:nvPr userDrawn="1"/>
        </p:nvSpPr>
        <p:spPr>
          <a:xfrm>
            <a:off x="240516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EAD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Raspberry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#FEADC8</a:t>
            </a:r>
          </a:p>
        </p:txBody>
      </p:sp>
      <p:sp>
        <p:nvSpPr>
          <p:cNvPr id="41" name="Freeform 99">
            <a:extLst>
              <a:ext uri="{FF2B5EF4-FFF2-40B4-BE49-F238E27FC236}">
                <a16:creationId xmlns:a16="http://schemas.microsoft.com/office/drawing/2014/main" id="{81CE6DC8-B91F-EDAE-0084-E839B0BE2C32}"/>
              </a:ext>
            </a:extLst>
          </p:cNvPr>
          <p:cNvSpPr/>
          <p:nvPr userDrawn="1"/>
        </p:nvSpPr>
        <p:spPr>
          <a:xfrm>
            <a:off x="430632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Raspberry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#FA4F96</a:t>
            </a:r>
          </a:p>
        </p:txBody>
      </p:sp>
      <p:sp>
        <p:nvSpPr>
          <p:cNvPr id="42" name="Freeform 98">
            <a:extLst>
              <a:ext uri="{FF2B5EF4-FFF2-40B4-BE49-F238E27FC236}">
                <a16:creationId xmlns:a16="http://schemas.microsoft.com/office/drawing/2014/main" id="{445568CB-5C4B-F612-2395-62D135B605D9}"/>
              </a:ext>
            </a:extLst>
          </p:cNvPr>
          <p:cNvSpPr/>
          <p:nvPr userDrawn="1"/>
        </p:nvSpPr>
        <p:spPr>
          <a:xfrm>
            <a:off x="6227422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F127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Raspberry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#DF1278</a:t>
            </a:r>
          </a:p>
        </p:txBody>
      </p:sp>
      <p:sp>
        <p:nvSpPr>
          <p:cNvPr id="43" name="Freeform 97">
            <a:extLst>
              <a:ext uri="{FF2B5EF4-FFF2-40B4-BE49-F238E27FC236}">
                <a16:creationId xmlns:a16="http://schemas.microsoft.com/office/drawing/2014/main" id="{880D550A-2A0C-9B91-BC01-2F055CD55C3E}"/>
              </a:ext>
            </a:extLst>
          </p:cNvPr>
          <p:cNvSpPr/>
          <p:nvPr userDrawn="1"/>
        </p:nvSpPr>
        <p:spPr>
          <a:xfrm>
            <a:off x="8129588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101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Raspberry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#71014B</a:t>
            </a:r>
          </a:p>
        </p:txBody>
      </p:sp>
      <p:sp>
        <p:nvSpPr>
          <p:cNvPr id="44" name="Freeform 96">
            <a:extLst>
              <a:ext uri="{FF2B5EF4-FFF2-40B4-BE49-F238E27FC236}">
                <a16:creationId xmlns:a16="http://schemas.microsoft.com/office/drawing/2014/main" id="{B990BC40-0AED-879D-23F0-E5EC2B7BFC43}"/>
              </a:ext>
            </a:extLst>
          </p:cNvPr>
          <p:cNvSpPr/>
          <p:nvPr userDrawn="1"/>
        </p:nvSpPr>
        <p:spPr>
          <a:xfrm>
            <a:off x="10050689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13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Raspberry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#510136</a:t>
            </a:r>
          </a:p>
        </p:txBody>
      </p:sp>
      <p:sp>
        <p:nvSpPr>
          <p:cNvPr id="45" name="Freeform 101">
            <a:extLst>
              <a:ext uri="{FF2B5EF4-FFF2-40B4-BE49-F238E27FC236}">
                <a16:creationId xmlns:a16="http://schemas.microsoft.com/office/drawing/2014/main" id="{917F0007-E6BC-B6A0-B878-68DA78CFED8B}"/>
              </a:ext>
            </a:extLst>
          </p:cNvPr>
          <p:cNvSpPr/>
          <p:nvPr userDrawn="1"/>
        </p:nvSpPr>
        <p:spPr>
          <a:xfrm>
            <a:off x="50400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Pink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#FFDCF3</a:t>
            </a:r>
          </a:p>
        </p:txBody>
      </p:sp>
      <p:sp>
        <p:nvSpPr>
          <p:cNvPr id="46" name="Freeform 106">
            <a:extLst>
              <a:ext uri="{FF2B5EF4-FFF2-40B4-BE49-F238E27FC236}">
                <a16:creationId xmlns:a16="http://schemas.microsoft.com/office/drawing/2014/main" id="{0AD9E1EE-5506-751B-38EA-38841C8A80ED}"/>
              </a:ext>
            </a:extLst>
          </p:cNvPr>
          <p:cNvSpPr/>
          <p:nvPr userDrawn="1"/>
        </p:nvSpPr>
        <p:spPr>
          <a:xfrm>
            <a:off x="240516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AF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Pink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#FF8AF0</a:t>
            </a:r>
          </a:p>
        </p:txBody>
      </p:sp>
      <p:sp>
        <p:nvSpPr>
          <p:cNvPr id="47" name="Freeform 105">
            <a:extLst>
              <a:ext uri="{FF2B5EF4-FFF2-40B4-BE49-F238E27FC236}">
                <a16:creationId xmlns:a16="http://schemas.microsoft.com/office/drawing/2014/main" id="{33BC0809-597B-D705-027A-A75FF023724C}"/>
              </a:ext>
            </a:extLst>
          </p:cNvPr>
          <p:cNvSpPr/>
          <p:nvPr userDrawn="1"/>
        </p:nvSpPr>
        <p:spPr>
          <a:xfrm>
            <a:off x="430632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31DE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Pink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#F31DED</a:t>
            </a:r>
          </a:p>
        </p:txBody>
      </p:sp>
      <p:sp>
        <p:nvSpPr>
          <p:cNvPr id="48" name="Freeform 104">
            <a:extLst>
              <a:ext uri="{FF2B5EF4-FFF2-40B4-BE49-F238E27FC236}">
                <a16:creationId xmlns:a16="http://schemas.microsoft.com/office/drawing/2014/main" id="{EA8325A0-3800-3844-7028-1335F7DA6DD4}"/>
              </a:ext>
            </a:extLst>
          </p:cNvPr>
          <p:cNvSpPr/>
          <p:nvPr userDrawn="1"/>
        </p:nvSpPr>
        <p:spPr>
          <a:xfrm>
            <a:off x="6227422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C00D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Pink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#CC00DC</a:t>
            </a:r>
          </a:p>
        </p:txBody>
      </p:sp>
      <p:sp>
        <p:nvSpPr>
          <p:cNvPr id="49" name="Freeform 103">
            <a:extLst>
              <a:ext uri="{FF2B5EF4-FFF2-40B4-BE49-F238E27FC236}">
                <a16:creationId xmlns:a16="http://schemas.microsoft.com/office/drawing/2014/main" id="{0FAC4B6B-3B2C-409E-6B7B-3332654C7A79}"/>
              </a:ext>
            </a:extLst>
          </p:cNvPr>
          <p:cNvSpPr/>
          <p:nvPr userDrawn="1"/>
        </p:nvSpPr>
        <p:spPr>
          <a:xfrm>
            <a:off x="8129588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08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Pink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#510080</a:t>
            </a:r>
          </a:p>
        </p:txBody>
      </p:sp>
      <p:sp>
        <p:nvSpPr>
          <p:cNvPr id="50" name="Freeform 102">
            <a:extLst>
              <a:ext uri="{FF2B5EF4-FFF2-40B4-BE49-F238E27FC236}">
                <a16:creationId xmlns:a16="http://schemas.microsoft.com/office/drawing/2014/main" id="{6A62005D-6E71-B214-2A29-BFD9F334AEF1}"/>
              </a:ext>
            </a:extLst>
          </p:cNvPr>
          <p:cNvSpPr/>
          <p:nvPr userDrawn="1"/>
        </p:nvSpPr>
        <p:spPr>
          <a:xfrm>
            <a:off x="10050689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800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Pink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#28004A</a:t>
            </a:r>
          </a:p>
        </p:txBody>
      </p:sp>
      <p:sp>
        <p:nvSpPr>
          <p:cNvPr id="51" name="Freeform 107">
            <a:extLst>
              <a:ext uri="{FF2B5EF4-FFF2-40B4-BE49-F238E27FC236}">
                <a16:creationId xmlns:a16="http://schemas.microsoft.com/office/drawing/2014/main" id="{F9558B7D-AA7B-F466-C1B6-364275904FF5}"/>
              </a:ext>
            </a:extLst>
          </p:cNvPr>
          <p:cNvSpPr/>
          <p:nvPr userDrawn="1"/>
        </p:nvSpPr>
        <p:spPr>
          <a:xfrm>
            <a:off x="50400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2D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Indigo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#E2D8FF</a:t>
            </a:r>
          </a:p>
        </p:txBody>
      </p:sp>
      <p:sp>
        <p:nvSpPr>
          <p:cNvPr id="52" name="Freeform 112">
            <a:extLst>
              <a:ext uri="{FF2B5EF4-FFF2-40B4-BE49-F238E27FC236}">
                <a16:creationId xmlns:a16="http://schemas.microsoft.com/office/drawing/2014/main" id="{F58FB485-B376-0DC0-AC60-1825E34C0BFE}"/>
              </a:ext>
            </a:extLst>
          </p:cNvPr>
          <p:cNvSpPr/>
          <p:nvPr userDrawn="1"/>
        </p:nvSpPr>
        <p:spPr>
          <a:xfrm>
            <a:off x="240516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B894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Indigo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#B894FF</a:t>
            </a:r>
          </a:p>
        </p:txBody>
      </p:sp>
      <p:sp>
        <p:nvSpPr>
          <p:cNvPr id="53" name="Freeform 111">
            <a:extLst>
              <a:ext uri="{FF2B5EF4-FFF2-40B4-BE49-F238E27FC236}">
                <a16:creationId xmlns:a16="http://schemas.microsoft.com/office/drawing/2014/main" id="{E507AF13-4657-238A-2511-149A7719182F}"/>
              </a:ext>
            </a:extLst>
          </p:cNvPr>
          <p:cNvSpPr/>
          <p:nvPr userDrawn="1"/>
        </p:nvSpPr>
        <p:spPr>
          <a:xfrm>
            <a:off x="430632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85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Indigo 6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#7858FF</a:t>
            </a:r>
          </a:p>
        </p:txBody>
      </p:sp>
      <p:sp>
        <p:nvSpPr>
          <p:cNvPr id="54" name="Freeform 110">
            <a:extLst>
              <a:ext uri="{FF2B5EF4-FFF2-40B4-BE49-F238E27FC236}">
                <a16:creationId xmlns:a16="http://schemas.microsoft.com/office/drawing/2014/main" id="{D856B3A7-2366-B45C-16D0-FE87105F81DD}"/>
              </a:ext>
            </a:extLst>
          </p:cNvPr>
          <p:cNvSpPr/>
          <p:nvPr userDrawn="1"/>
        </p:nvSpPr>
        <p:spPr>
          <a:xfrm>
            <a:off x="6227422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D36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Indigo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#5D36FF</a:t>
            </a:r>
          </a:p>
        </p:txBody>
      </p:sp>
      <p:sp>
        <p:nvSpPr>
          <p:cNvPr id="55" name="Freeform 109">
            <a:extLst>
              <a:ext uri="{FF2B5EF4-FFF2-40B4-BE49-F238E27FC236}">
                <a16:creationId xmlns:a16="http://schemas.microsoft.com/office/drawing/2014/main" id="{7799D5EF-EB56-B65F-BAE3-2C832902B6E1}"/>
              </a:ext>
            </a:extLst>
          </p:cNvPr>
          <p:cNvSpPr/>
          <p:nvPr userDrawn="1"/>
        </p:nvSpPr>
        <p:spPr>
          <a:xfrm>
            <a:off x="8129588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C0C6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Indigo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#1C0C6E</a:t>
            </a:r>
          </a:p>
        </p:txBody>
      </p:sp>
      <p:sp>
        <p:nvSpPr>
          <p:cNvPr id="56" name="Freeform 108">
            <a:extLst>
              <a:ext uri="{FF2B5EF4-FFF2-40B4-BE49-F238E27FC236}">
                <a16:creationId xmlns:a16="http://schemas.microsoft.com/office/drawing/2014/main" id="{FEBFCC16-A965-7C12-80D6-5D77FCCE96ED}"/>
              </a:ext>
            </a:extLst>
          </p:cNvPr>
          <p:cNvSpPr/>
          <p:nvPr userDrawn="1"/>
        </p:nvSpPr>
        <p:spPr>
          <a:xfrm>
            <a:off x="10050689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063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Indigo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#0E0637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7FA32D-3AB1-18F1-69D9-16F835A2D5D6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 dirty="0">
                <a:latin typeface="+mn-lt"/>
              </a:rPr>
              <a:t>Delete this slide after 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0C01D-E3A8-4569-013D-D597865C884B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 dirty="0">
                <a:latin typeface="72 Brand Medium" panose="020B0604030603020204" pitchFamily="34" charset="0"/>
              </a:rPr>
              <a:t>Tips &amp; tricks – your user guide – </a:t>
            </a:r>
            <a:r>
              <a:rPr lang="en-GB" sz="2400" dirty="0" err="1">
                <a:latin typeface="72 Brand Medium" panose="020B0604030603020204" pitchFamily="34" charset="0"/>
              </a:rPr>
              <a:t>color</a:t>
            </a:r>
            <a:r>
              <a:rPr lang="en-GB" sz="2400" dirty="0">
                <a:latin typeface="72 Brand Medium" panose="020B0604030603020204" pitchFamily="34" charset="0"/>
              </a:rPr>
              <a:t> palette</a:t>
            </a:r>
          </a:p>
        </p:txBody>
      </p:sp>
    </p:spTree>
    <p:extLst>
      <p:ext uri="{BB962C8B-B14F-4D97-AF65-F5344CB8AC3E}">
        <p14:creationId xmlns:p14="http://schemas.microsoft.com/office/powerpoint/2010/main" val="1922348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Copilot layout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5175" cy="6858000"/>
          </a:xfrm>
          <a:prstGeom prst="rect">
            <a:avLst/>
          </a:prstGeom>
          <a:solidFill>
            <a:srgbClr val="8E908C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dirty="0" err="1">
              <a:solidFill>
                <a:srgbClr val="A4A6A2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325" y="656823"/>
            <a:ext cx="11359935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 dirty="0">
                <a:solidFill>
                  <a:schemeClr val="bg1"/>
                </a:solidFill>
                <a:latin typeface="+mj-lt"/>
              </a:rPr>
              <a:t>The layouts following this </a:t>
            </a:r>
            <a:r>
              <a:rPr lang="en-GB" sz="4400" b="0" i="1" noProof="0" dirty="0">
                <a:solidFill>
                  <a:schemeClr val="bg1"/>
                </a:solidFill>
                <a:latin typeface="+mj-lt"/>
              </a:rPr>
              <a:t>are MS Copilot ones</a:t>
            </a:r>
            <a:r>
              <a:rPr lang="en-GB" sz="4400" b="0" i="0" noProof="0" dirty="0">
                <a:solidFill>
                  <a:schemeClr val="bg1"/>
                </a:solidFill>
                <a:latin typeface="+mj-lt"/>
              </a:rPr>
              <a:t> – please </a:t>
            </a:r>
            <a:r>
              <a:rPr lang="en-GB" sz="4400" b="0" noProof="0" dirty="0">
                <a:solidFill>
                  <a:schemeClr val="bg1"/>
                </a:solidFill>
                <a:latin typeface="+mn-lt"/>
              </a:rPr>
              <a:t>do not use them. </a:t>
            </a:r>
            <a:br>
              <a:rPr lang="en-GB" sz="4400" b="0" noProof="0" dirty="0">
                <a:solidFill>
                  <a:schemeClr val="bg1"/>
                </a:solidFill>
                <a:latin typeface="+mn-lt"/>
              </a:rPr>
            </a:br>
            <a:r>
              <a:rPr lang="en-GB" sz="4400" b="0" noProof="0" dirty="0">
                <a:solidFill>
                  <a:schemeClr val="bg1"/>
                </a:solidFill>
                <a:latin typeface="+mn-lt"/>
              </a:rPr>
              <a:t>These layouts </a:t>
            </a:r>
            <a:r>
              <a:rPr lang="en-GB" sz="4400" b="0" i="0" u="none" noProof="0" dirty="0">
                <a:solidFill>
                  <a:schemeClr val="bg1"/>
                </a:solidFill>
                <a:latin typeface="72 Brand" panose="020B0504030603020204" pitchFamily="34" charset="0"/>
              </a:rPr>
              <a:t>are</a:t>
            </a:r>
            <a:r>
              <a:rPr lang="en-GB" sz="4400" b="0" i="0" u="none" noProof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GB" sz="4400" b="0" i="1" u="sng" noProof="0" dirty="0">
                <a:solidFill>
                  <a:schemeClr val="bg1"/>
                </a:solidFill>
                <a:latin typeface="+mj-lt"/>
              </a:rPr>
              <a:t>not</a:t>
            </a:r>
            <a:r>
              <a:rPr lang="en-GB" sz="4400" b="0" i="0" u="none" noProof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GB" sz="4400" b="0" noProof="0" dirty="0">
                <a:solidFill>
                  <a:schemeClr val="bg1"/>
                </a:solidFill>
                <a:latin typeface="+mn-lt"/>
              </a:rPr>
              <a:t>for manual use</a:t>
            </a:r>
            <a:br>
              <a:rPr lang="en-GB" sz="2800" b="0" noProof="0" dirty="0">
                <a:solidFill>
                  <a:schemeClr val="bg1"/>
                </a:solidFill>
                <a:latin typeface="+mn-lt"/>
              </a:rPr>
            </a:br>
            <a:br>
              <a:rPr lang="en-GB" sz="2800" b="0" noProof="0" dirty="0">
                <a:solidFill>
                  <a:schemeClr val="bg1"/>
                </a:solidFill>
                <a:latin typeface="+mn-lt"/>
              </a:rPr>
            </a:br>
            <a:endParaRPr lang="en-GB" sz="2800" b="0" noProof="0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7584" y="3325226"/>
            <a:ext cx="103705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325" y="3029169"/>
            <a:ext cx="101549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600" b="0" i="1" noProof="0" dirty="0">
                <a:solidFill>
                  <a:schemeClr val="bg1"/>
                </a:solidFill>
                <a:latin typeface="+mj-lt"/>
              </a:rPr>
              <a:t>Copilot layouts</a:t>
            </a:r>
            <a:endParaRPr lang="en-GB" sz="1800" b="0" i="1" noProof="0" dirty="0">
              <a:latin typeface="+mj-lt"/>
            </a:endParaRPr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326" y="5186455"/>
            <a:ext cx="1135993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 dirty="0">
                <a:solidFill>
                  <a:schemeClr val="bg1"/>
                </a:solidFill>
                <a:latin typeface="+mn-lt"/>
              </a:rPr>
              <a:t>Due to MS Copilot functionality these layouts are placed in your template to be used ONLY in the Generative AI process. </a:t>
            </a:r>
            <a:br>
              <a:rPr lang="en-GB" sz="2000" b="0" noProof="0" dirty="0">
                <a:solidFill>
                  <a:schemeClr val="bg1"/>
                </a:solidFill>
                <a:latin typeface="+mn-lt"/>
              </a:rPr>
            </a:br>
            <a:endParaRPr lang="en-GB" sz="2000" b="0" noProof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249" y="6537073"/>
            <a:ext cx="985275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E5A79F-CEE8-4C11-A8A5-0D02CD0019B9}" type="datetime4">
              <a:rPr lang="en-US" smtClean="0"/>
              <a:pPr/>
              <a:t>December 18, 2025</a:t>
            </a:fld>
            <a:endParaRPr lang="en-GB" dirty="0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84685" y="6537073"/>
            <a:ext cx="2948351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20341" y="6537073"/>
            <a:ext cx="265838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02789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DE307C8-D1C3-00E2-C5B0-2A7EBB981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5175" cy="6861496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52355" y="1230008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5176" y="0"/>
            <a:ext cx="4320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2206502"/>
            <a:ext cx="5465762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523687256" name="LogoWhite-Dynamic" descr="{&quot;templafy&quot;:{&quot;id&quot;:&quot;84642bd2-48f5-4d72-bc1f-d1a734b41b7e&quot;}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000" y="504000"/>
            <a:ext cx="1706219" cy="3600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170C7C75-B8E8-8263-D763-8DE1A07D6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000" y="4267200"/>
            <a:ext cx="5471873" cy="49371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44145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389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-form: Shape 4">
            <a:extLst>
              <a:ext uri="{FF2B5EF4-FFF2-40B4-BE49-F238E27FC236}">
                <a16:creationId xmlns:a16="http://schemas.microsoft.com/office/drawing/2014/main" id="{2CB99639-CA6D-C021-C2BB-8FB93A08B673}"/>
              </a:ext>
            </a:extLst>
          </p:cNvPr>
          <p:cNvSpPr/>
          <p:nvPr userDrawn="1"/>
        </p:nvSpPr>
        <p:spPr bwMode="gray">
          <a:xfrm>
            <a:off x="6923314" y="0"/>
            <a:ext cx="5271861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37804441" name="LogoWhite-Dynamic" descr="{&quot;templafy&quot;:{&quot;id&quot;:&quot;e9cb72f5-ef6d-47d2-a042-921016e83660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04000"/>
            <a:ext cx="1706219" cy="360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4000" y="2706317"/>
            <a:ext cx="6418067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F8C5CA6-1B07-0B13-95CA-1433F380A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000" y="4267200"/>
            <a:ext cx="5503449" cy="49371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19942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A2F6B6-06DC-4EF7-2D70-B673B7F346C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3238" y="1543050"/>
            <a:ext cx="11187112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30026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9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C0164F-A425-DAFF-4F8D-CCD2435E15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3239" y="1543050"/>
            <a:ext cx="5467350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3021143-2BA7-B3E8-AD6C-9FD4302A49E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23000" y="1543050"/>
            <a:ext cx="5467350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239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972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7371589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487FD-3B81-5414-D8EE-7961A987577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3238" y="1543050"/>
            <a:ext cx="7372350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66399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11">
          <p15:clr>
            <a:srgbClr val="FBAE40"/>
          </p15:clr>
        </p15:guide>
        <p15:guide id="5" orient="horz" pos="317">
          <p15:clr>
            <a:srgbClr val="FBAE40"/>
          </p15:clr>
        </p15:guide>
        <p15:guide id="6" orient="horz" pos="551">
          <p15:clr>
            <a:srgbClr val="FBAE40"/>
          </p15:clr>
        </p15:guide>
        <p15:guide id="7" orient="horz" pos="972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21413" y="1557338"/>
            <a:ext cx="5469064" cy="4795837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screenshot</a:t>
            </a:r>
            <a:endParaRPr lang="de-DE" dirty="0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772F2B-0434-6AC5-5E2E-E10ABDD1A7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3237" y="1543050"/>
            <a:ext cx="5464175" cy="4810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57200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2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5175" cy="6858000"/>
          </a:xfrm>
          <a:prstGeom prst="rect">
            <a:avLst/>
          </a:prstGeom>
          <a:solidFill>
            <a:srgbClr val="EE3939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dirty="0" err="1">
              <a:solidFill>
                <a:srgbClr val="A4A6A2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325" y="656823"/>
            <a:ext cx="11359935" cy="27853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 dirty="0">
                <a:solidFill>
                  <a:schemeClr val="bg1"/>
                </a:solidFill>
                <a:latin typeface="+mj-lt"/>
              </a:rPr>
              <a:t>The layouts following this one belong </a:t>
            </a:r>
            <a:br>
              <a:rPr lang="en-GB" sz="4400" b="0" noProof="0" dirty="0">
                <a:solidFill>
                  <a:schemeClr val="bg1"/>
                </a:solidFill>
                <a:latin typeface="+mj-lt"/>
              </a:rPr>
            </a:br>
            <a:r>
              <a:rPr lang="en-GB" sz="4400" b="0" noProof="0" dirty="0">
                <a:solidFill>
                  <a:schemeClr val="bg1"/>
                </a:solidFill>
                <a:latin typeface="+mj-lt"/>
              </a:rPr>
              <a:t>to templates other than the officially distributed SAP PowerPoint template.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 dirty="0">
                <a:solidFill>
                  <a:schemeClr val="bg1"/>
                </a:solidFill>
                <a:latin typeface="+mn-lt"/>
              </a:rPr>
              <a:t>Please do not use them.</a:t>
            </a:r>
            <a:endParaRPr lang="en-GB" sz="2800" b="0" noProof="0" dirty="0">
              <a:solidFill>
                <a:schemeClr val="bg1"/>
              </a:solidFill>
              <a:latin typeface="72 Brand" panose="020B0504030603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7583" y="4661326"/>
            <a:ext cx="103705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324" y="4365269"/>
            <a:ext cx="101549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600" b="1" i="1" noProof="0" dirty="0">
                <a:solidFill>
                  <a:schemeClr val="bg1"/>
                </a:solidFill>
                <a:latin typeface="+mj-lt"/>
              </a:rPr>
              <a:t>Other layouts</a:t>
            </a:r>
            <a:endParaRPr lang="en-GB" sz="1800" b="1" i="1" noProof="0" dirty="0">
              <a:latin typeface="+mj-lt"/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249" y="6537073"/>
            <a:ext cx="985275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E5A79F-CEE8-4C11-A8A5-0D02CD0019B9}" type="datetime4">
              <a:rPr lang="en-US" smtClean="0"/>
              <a:pPr/>
              <a:t>December 18, 2025</a:t>
            </a:fld>
            <a:endParaRPr lang="en-GB" dirty="0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84685" y="6537073"/>
            <a:ext cx="2948351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20341" y="6537073"/>
            <a:ext cx="265838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36788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theme" Target="../theme/theme1.xml"/><Relationship Id="rId47" Type="http://schemas.openxmlformats.org/officeDocument/2006/relationships/tags" Target="../tags/tag2.xml"/><Relationship Id="rId48" Type="http://schemas.openxmlformats.org/officeDocument/2006/relationships/tags" Target="../tags/tag3.xml"/><Relationship Id="rId49" Type="http://schemas.openxmlformats.org/officeDocument/2006/relationships/tags" Target="../tags/tag4.xml"/><Relationship Id="rId50" Type="http://schemas.openxmlformats.org/officeDocument/2006/relationships/tags" Target="../tags/tag5.xml"/><Relationship Id="rId51" Type="http://schemas.openxmlformats.org/officeDocument/2006/relationships/tags" Target="../tags/tag6.xml"/><Relationship Id="rId52" Type="http://schemas.openxmlformats.org/officeDocument/2006/relationships/tags" Target="../tags/tag7.xml"/><Relationship Id="rId53" Type="http://schemas.openxmlformats.org/officeDocument/2006/relationships/tags" Target="../tags/tag8.xml"/><Relationship Id="rId54" Type="http://schemas.openxmlformats.org/officeDocument/2006/relationships/tags" Target="../tags/tag9.xml"/><Relationship Id="rId55" Type="http://schemas.openxmlformats.org/officeDocument/2006/relationships/tags" Target="../tags/tag10.xml"/><Relationship Id="rId56" Type="http://schemas.openxmlformats.org/officeDocument/2006/relationships/tags" Target="../tags/tag11.xml"/><Relationship Id="rId57" Type="http://schemas.openxmlformats.org/officeDocument/2006/relationships/tags" Target="../tags/tag12.xml"/><Relationship Id="rId58" Type="http://schemas.openxmlformats.org/officeDocument/2006/relationships/tags" Target="../tags/tag13.xml"/><Relationship Id="rId59" Type="http://schemas.openxmlformats.org/officeDocument/2006/relationships/tags" Target="../tags/tag14.xml"/><Relationship Id="rId60" Type="http://schemas.openxmlformats.org/officeDocument/2006/relationships/tags" Target="../tags/tag15.xml"/><Relationship Id="rId61" Type="http://schemas.openxmlformats.org/officeDocument/2006/relationships/tags" Target="../tags/tag16.xml"/><Relationship Id="rId62" Type="http://schemas.openxmlformats.org/officeDocument/2006/relationships/tags" Target="../tags/tag17.xml"/><Relationship Id="rId63" Type="http://schemas.openxmlformats.org/officeDocument/2006/relationships/tags" Target="../tags/tag18.xml"/><Relationship Id="rId64" Type="http://schemas.openxmlformats.org/officeDocument/2006/relationships/tags" Target="../tags/tag19.xml"/><Relationship Id="rId65" Type="http://schemas.openxmlformats.org/officeDocument/2006/relationships/tags" Target="../tags/tag20.xml"/><Relationship Id="rId66" Type="http://schemas.openxmlformats.org/officeDocument/2006/relationships/tags" Target="../tags/tag21.xml"/><Relationship Id="rId67" Type="http://schemas.openxmlformats.org/officeDocument/2006/relationships/tags" Target="../tags/tag22.xml"/><Relationship Id="rId68" Type="http://schemas.openxmlformats.org/officeDocument/2006/relationships/tags" Target="../tags/tag23.xml"/><Relationship Id="rId69" Type="http://schemas.openxmlformats.org/officeDocument/2006/relationships/tags" Target="../tags/tag24.xml"/><Relationship Id="rId70" Type="http://schemas.openxmlformats.org/officeDocument/2006/relationships/tags" Target="../tags/tag25.xml"/><Relationship Id="rId71" Type="http://schemas.openxmlformats.org/officeDocument/2006/relationships/tags" Target="../tags/tag26.xml"/><Relationship Id="rId72" Type="http://schemas.openxmlformats.org/officeDocument/2006/relationships/tags" Target="../tags/tag27.xml"/><Relationship Id="rId73" Type="http://schemas.openxmlformats.org/officeDocument/2006/relationships/tags" Target="../tags/tag28.xml"/><Relationship Id="rId74" Type="http://schemas.openxmlformats.org/officeDocument/2006/relationships/tags" Target="../tags/tag29.xml"/><Relationship Id="rId75" Type="http://schemas.openxmlformats.org/officeDocument/2006/relationships/tags" Target="../tags/tag30.xml"/><Relationship Id="rId76" Type="http://schemas.openxmlformats.org/officeDocument/2006/relationships/tags" Target="../tags/tag31.xml"/><Relationship Id="rId77" Type="http://schemas.openxmlformats.org/officeDocument/2006/relationships/tags" Target="../tags/tag32.xml"/><Relationship Id="rId78" Type="http://schemas.openxmlformats.org/officeDocument/2006/relationships/tags" Target="../tags/tag33.xml"/><Relationship Id="rId79" Type="http://schemas.openxmlformats.org/officeDocument/2006/relationships/tags" Target="../tags/tag34.xml"/><Relationship Id="rId80" Type="http://schemas.openxmlformats.org/officeDocument/2006/relationships/tags" Target="../tags/tag35.xml"/><Relationship Id="rId81" Type="http://schemas.openxmlformats.org/officeDocument/2006/relationships/tags" Target="../tags/tag36.xml"/><Relationship Id="rId82" Type="http://schemas.openxmlformats.org/officeDocument/2006/relationships/tags" Target="../tags/tag37.xml"/><Relationship Id="rId83" Type="http://schemas.openxmlformats.org/officeDocument/2006/relationships/tags" Target="../tags/tag38.xml"/><Relationship Id="rId84" Type="http://schemas.openxmlformats.org/officeDocument/2006/relationships/tags" Target="../tags/tag39.xml"/><Relationship Id="rId85" Type="http://schemas.openxmlformats.org/officeDocument/2006/relationships/tags" Target="../tags/tag40.xml"/><Relationship Id="rId86" Type="http://schemas.openxmlformats.org/officeDocument/2006/relationships/tags" Target="../tags/tag41.xml"/><Relationship Id="rId87" Type="http://schemas.openxmlformats.org/officeDocument/2006/relationships/tags" Target="../tags/tag42.xml"/><Relationship Id="rId88" Type="http://schemas.openxmlformats.org/officeDocument/2006/relationships/tags" Target="../tags/tag43.xml"/><Relationship Id="rId89" Type="http://schemas.openxmlformats.org/officeDocument/2006/relationships/tags" Target="../tags/tag44.xml"/><Relationship Id="rId90" Type="http://schemas.openxmlformats.org/officeDocument/2006/relationships/tags" Target="../tags/tag45.xml"/><Relationship Id="rId91" Type="http://schemas.openxmlformats.org/officeDocument/2006/relationships/tags" Target="../tags/tag46.xml"/><Relationship Id="rId92" Type="http://schemas.openxmlformats.org/officeDocument/2006/relationships/tags" Target="../tags/tag47.xml"/><Relationship Id="rId93" Type="http://schemas.openxmlformats.org/officeDocument/2006/relationships/tags" Target="../tags/tag48.xml"/><Relationship Id="rId94" Type="http://schemas.openxmlformats.org/officeDocument/2006/relationships/tags" Target="../tags/tag49.xml"/><Relationship Id="rId95" Type="http://schemas.openxmlformats.org/officeDocument/2006/relationships/tags" Target="../tags/tag50.xml"/><Relationship Id="rId96" Type="http://schemas.openxmlformats.org/officeDocument/2006/relationships/tags" Target="../tags/tag51.xml"/><Relationship Id="rId97" Type="http://schemas.openxmlformats.org/officeDocument/2006/relationships/tags" Target="../tags/tag52.xml"/><Relationship Id="rId98" Type="http://schemas.openxmlformats.org/officeDocument/2006/relationships/tags" Target="../tags/tag53.xml"/><Relationship Id="rId99" Type="http://schemas.openxmlformats.org/officeDocument/2006/relationships/tags" Target="../tags/tag54.xml"/><Relationship Id="rId100" Type="http://schemas.openxmlformats.org/officeDocument/2006/relationships/tags" Target="../tags/tag55.xml"/><Relationship Id="rId101" Type="http://schemas.openxmlformats.org/officeDocument/2006/relationships/tags" Target="../tags/tag56.xml"/><Relationship Id="rId102" Type="http://schemas.openxmlformats.org/officeDocument/2006/relationships/tags" Target="../tags/tag57.xml"/><Relationship Id="rId103" Type="http://schemas.openxmlformats.org/officeDocument/2006/relationships/tags" Target="../tags/tag58.xml"/><Relationship Id="rId104" Type="http://schemas.openxmlformats.org/officeDocument/2006/relationships/tags" Target="../tags/tag59.xml"/><Relationship Id="rId105" Type="http://schemas.openxmlformats.org/officeDocument/2006/relationships/tags" Target="../tags/tag60.xml"/><Relationship Id="rId106" Type="http://schemas.openxmlformats.org/officeDocument/2006/relationships/tags" Target="../tags/tag61.xml"/><Relationship Id="rId107" Type="http://schemas.openxmlformats.org/officeDocument/2006/relationships/tags" Target="../tags/tag62.xml"/><Relationship Id="rId108" Type="http://schemas.openxmlformats.org/officeDocument/2006/relationships/tags" Target="../tags/tag63.xml"/><Relationship Id="rId109" Type="http://schemas.openxmlformats.org/officeDocument/2006/relationships/tags" Target="../tags/tag64.xml"/><Relationship Id="rId110" Type="http://schemas.openxmlformats.org/officeDocument/2006/relationships/tags" Target="../tags/tag65.xml"/><Relationship Id="rId111" Type="http://schemas.openxmlformats.org/officeDocument/2006/relationships/tags" Target="../tags/tag66.xml"/><Relationship Id="rId112" Type="http://schemas.openxmlformats.org/officeDocument/2006/relationships/tags" Target="../tags/tag67.xml"/><Relationship Id="rId113" Type="http://schemas.openxmlformats.org/officeDocument/2006/relationships/tags" Target="../tags/tag68.xml"/><Relationship Id="rId114" Type="http://schemas.openxmlformats.org/officeDocument/2006/relationships/tags" Target="../tags/tag69.xml"/><Relationship Id="rId115" Type="http://schemas.openxmlformats.org/officeDocument/2006/relationships/tags" Target="../tags/tag70.xml"/><Relationship Id="rId116" Type="http://schemas.openxmlformats.org/officeDocument/2006/relationships/tags" Target="../tags/tag71.xml"/><Relationship Id="rId117" Type="http://schemas.openxmlformats.org/officeDocument/2006/relationships/tags" Target="../tags/tag72.xml"/><Relationship Id="rId118" Type="http://schemas.openxmlformats.org/officeDocument/2006/relationships/tags" Target="../tags/tag73.xml"/><Relationship Id="rId119" Type="http://schemas.openxmlformats.org/officeDocument/2006/relationships/tags" Target="../tags/tag74.xml"/><Relationship Id="rId120" Type="http://schemas.openxmlformats.org/officeDocument/2006/relationships/tags" Target="../tags/tag75.xml"/><Relationship Id="rId121" Type="http://schemas.openxmlformats.org/officeDocument/2006/relationships/tags" Target="../tags/tag76.xml"/><Relationship Id="rId122" Type="http://schemas.openxmlformats.org/officeDocument/2006/relationships/tags" Target="../tags/tag77.xml"/><Relationship Id="rId123" Type="http://schemas.openxmlformats.org/officeDocument/2006/relationships/tags" Target="../tags/tag78.xml"/><Relationship Id="rId124" Type="http://schemas.openxmlformats.org/officeDocument/2006/relationships/tags" Target="../tags/tag79.xml"/><Relationship Id="rId125" Type="http://schemas.openxmlformats.org/officeDocument/2006/relationships/tags" Target="../tags/tag80.xml"/><Relationship Id="rId126" Type="http://schemas.openxmlformats.org/officeDocument/2006/relationships/tags" Target="../tags/tag81.xml"/><Relationship Id="rId127" Type="http://schemas.openxmlformats.org/officeDocument/2006/relationships/tags" Target="../tags/tag82.xml"/><Relationship Id="rId128" Type="http://schemas.openxmlformats.org/officeDocument/2006/relationships/tags" Target="../tags/tag83.xml"/><Relationship Id="rId129" Type="http://schemas.openxmlformats.org/officeDocument/2006/relationships/tags" Target="../tags/tag84.xml"/><Relationship Id="rId130" Type="http://schemas.openxmlformats.org/officeDocument/2006/relationships/tags" Target="../tags/tag85.xml"/><Relationship Id="rId131" Type="http://schemas.openxmlformats.org/officeDocument/2006/relationships/tags" Target="../tags/tag86.xml"/><Relationship Id="rId132" Type="http://schemas.openxmlformats.org/officeDocument/2006/relationships/tags" Target="../tags/tag87.xml"/><Relationship Id="rId133" Type="http://schemas.openxmlformats.org/officeDocument/2006/relationships/tags" Target="../tags/tag88.xml"/><Relationship Id="rId134" Type="http://schemas.openxmlformats.org/officeDocument/2006/relationships/tags" Target="../tags/tag89.xml"/><Relationship Id="rId135" Type="http://schemas.openxmlformats.org/officeDocument/2006/relationships/tags" Target="../tags/tag90.xml"/><Relationship Id="rId136" Type="http://schemas.openxmlformats.org/officeDocument/2006/relationships/tags" Target="../tags/tag91.xml"/><Relationship Id="rId137" Type="http://schemas.openxmlformats.org/officeDocument/2006/relationships/tags" Target="../tags/tag92.xml"/><Relationship Id="rId138" Type="http://schemas.openxmlformats.org/officeDocument/2006/relationships/tags" Target="../tags/tag93.xml"/><Relationship Id="rId139" Type="http://schemas.openxmlformats.org/officeDocument/2006/relationships/tags" Target="../tags/tag94.xml"/><Relationship Id="rId140" Type="http://schemas.openxmlformats.org/officeDocument/2006/relationships/tags" Target="../tags/tag95.xml"/><Relationship Id="rId141" Type="http://schemas.openxmlformats.org/officeDocument/2006/relationships/tags" Target="../tags/tag96.xml"/><Relationship Id="rId142" Type="http://schemas.openxmlformats.org/officeDocument/2006/relationships/tags" Target="../tags/tag97.xml"/><Relationship Id="rId143" Type="http://schemas.openxmlformats.org/officeDocument/2006/relationships/tags" Target="../tags/tag98.xml"/><Relationship Id="rId144" Type="http://schemas.openxmlformats.org/officeDocument/2006/relationships/tags" Target="../tags/tag99.xml"/><Relationship Id="rId145" Type="http://schemas.openxmlformats.org/officeDocument/2006/relationships/tags" Target="../tags/tag100.xml"/><Relationship Id="rId146" Type="http://schemas.openxmlformats.org/officeDocument/2006/relationships/tags" Target="../tags/tag101.xml"/><Relationship Id="rId147" Type="http://schemas.openxmlformats.org/officeDocument/2006/relationships/tags" Target="../tags/tag102.xml"/><Relationship Id="rId148" Type="http://schemas.openxmlformats.org/officeDocument/2006/relationships/tags" Target="../tags/tag103.xml"/><Relationship Id="rId149" Type="http://schemas.openxmlformats.org/officeDocument/2006/relationships/tags" Target="../tags/tag104.xml"/><Relationship Id="rId150" Type="http://schemas.openxmlformats.org/officeDocument/2006/relationships/tags" Target="../tags/tag105.xml"/><Relationship Id="rId151" Type="http://schemas.openxmlformats.org/officeDocument/2006/relationships/tags" Target="../tags/tag106.xml"/><Relationship Id="rId152" Type="http://schemas.openxmlformats.org/officeDocument/2006/relationships/tags" Target="../tags/tag107.xml"/><Relationship Id="rId153" Type="http://schemas.openxmlformats.org/officeDocument/2006/relationships/tags" Target="../tags/tag108.xml"/><Relationship Id="rId154" Type="http://schemas.openxmlformats.org/officeDocument/2006/relationships/tags" Target="../tags/tag109.xml"/><Relationship Id="rId155" Type="http://schemas.openxmlformats.org/officeDocument/2006/relationships/tags" Target="../tags/tag110.xml"/><Relationship Id="rId156" Type="http://schemas.openxmlformats.org/officeDocument/2006/relationships/tags" Target="../tags/tag111.xml"/><Relationship Id="rId157" Type="http://schemas.openxmlformats.org/officeDocument/2006/relationships/tags" Target="../tags/tag112.xml"/><Relationship Id="rId158" Type="http://schemas.openxmlformats.org/officeDocument/2006/relationships/tags" Target="../tags/tag113.xml"/><Relationship Id="rId159" Type="http://schemas.openxmlformats.org/officeDocument/2006/relationships/tags" Target="../tags/tag114.xml"/><Relationship Id="rId160" Type="http://schemas.openxmlformats.org/officeDocument/2006/relationships/tags" Target="../tags/tag115.xml"/><Relationship Id="rId161" Type="http://schemas.openxmlformats.org/officeDocument/2006/relationships/tags" Target="../tags/tag116.xml"/><Relationship Id="rId162" Type="http://schemas.openxmlformats.org/officeDocument/2006/relationships/tags" Target="../tags/tag117.xml"/><Relationship Id="rId163" Type="http://schemas.openxmlformats.org/officeDocument/2006/relationships/tags" Target="../tags/tag118.xml"/><Relationship Id="rId164" Type="http://schemas.openxmlformats.org/officeDocument/2006/relationships/tags" Target="../tags/tag119.xml"/><Relationship Id="rId165" Type="http://schemas.openxmlformats.org/officeDocument/2006/relationships/tags" Target="../tags/tag120.xml"/><Relationship Id="rId166" Type="http://schemas.openxmlformats.org/officeDocument/2006/relationships/tags" Target="../tags/tag121.xml"/><Relationship Id="rId167" Type="http://schemas.openxmlformats.org/officeDocument/2006/relationships/tags" Target="../tags/tag122.xml"/><Relationship Id="rId168" Type="http://schemas.openxmlformats.org/officeDocument/2006/relationships/tags" Target="../tags/tag123.xml"/><Relationship Id="rId169" Type="http://schemas.openxmlformats.org/officeDocument/2006/relationships/tags" Target="../tags/tag1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 dirty="0">
              <a:latin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548560"/>
            <a:ext cx="11186476" cy="48046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Start typing to add text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  <a:p>
            <a:pPr lvl="5"/>
            <a:r>
              <a:rPr lang="en-US" dirty="0"/>
              <a:t>Level 6</a:t>
            </a:r>
          </a:p>
          <a:p>
            <a:pPr lvl="6"/>
            <a:r>
              <a:rPr lang="en-US" dirty="0"/>
              <a:t>Level 7</a:t>
            </a:r>
          </a:p>
          <a:p>
            <a:pPr lvl="7"/>
            <a:r>
              <a:rPr lang="en-US" dirty="0"/>
              <a:t>Level 8</a:t>
            </a:r>
          </a:p>
          <a:p>
            <a:pPr lvl="8"/>
            <a:r>
              <a:rPr lang="en-US" dirty="0"/>
              <a:t>Level 9</a:t>
            </a:r>
          </a:p>
          <a:p>
            <a:pPr lvl="0"/>
            <a:endParaRPr lang="en-US" noProof="0" dirty="0"/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47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6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6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6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6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48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6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6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6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6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6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49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5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5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5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5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5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5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6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50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tx2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 dirty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5" name="Draft [Sticker]" hidden="1">
            <a:extLst>
              <a:ext uri="{FF2B5EF4-FFF2-40B4-BE49-F238E27FC236}">
                <a16:creationId xmlns:a16="http://schemas.microsoft.com/office/drawing/2014/main" id="{4ED4653C-0BEF-C53F-2F44-0F4FC1038B4E}"/>
              </a:ext>
            </a:extLst>
          </p:cNvPr>
          <p:cNvSpPr/>
          <p:nvPr userDrawn="1"/>
        </p:nvSpPr>
        <p:spPr bwMode="gray">
          <a:xfrm rot="18900000">
            <a:off x="4491456" y="3089731"/>
            <a:ext cx="3211564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Arial" pitchFamily="34" charset="0"/>
                <a:cs typeface="Arial" pitchFamily="34" charset="0"/>
              </a:rPr>
              <a:t>DRAFT</a:t>
            </a:r>
          </a:p>
        </p:txBody>
      </p:sp>
      <p:sp>
        <p:nvSpPr>
          <p:cNvPr id="142" name="Content [Comment]" hidden="1">
            <a:extLst>
              <a:ext uri="{FF2B5EF4-FFF2-40B4-BE49-F238E27FC236}">
                <a16:creationId xmlns:a16="http://schemas.microsoft.com/office/drawing/2014/main" id="{D6760A1A-5249-0361-7543-4100DC0D89C0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3" name="Formatting [Comment]" hidden="1">
            <a:extLst>
              <a:ext uri="{FF2B5EF4-FFF2-40B4-BE49-F238E27FC236}">
                <a16:creationId xmlns:a16="http://schemas.microsoft.com/office/drawing/2014/main" id="{31370255-4446-E2E0-D475-0E9332BBA969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32" name="Final [Sticker]" hidden="1">
            <a:extLst>
              <a:ext uri="{FF2B5EF4-FFF2-40B4-BE49-F238E27FC236}">
                <a16:creationId xmlns:a16="http://schemas.microsoft.com/office/drawing/2014/main" id="{5402B19A-2F1E-0983-9BF4-848C4B7F0B87}"/>
              </a:ext>
            </a:extLst>
          </p:cNvPr>
          <p:cNvSpPr>
            <a:spLocks/>
          </p:cNvSpPr>
          <p:nvPr userDrawn="1"/>
        </p:nvSpPr>
        <p:spPr>
          <a:xfrm>
            <a:off x="10983300" y="210784"/>
            <a:ext cx="7070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SLIDE</a:t>
            </a:r>
          </a:p>
        </p:txBody>
      </p:sp>
      <p:sp>
        <p:nvSpPr>
          <p:cNvPr id="148" name="Internal [Sticker]" hidden="1">
            <a:extLst>
              <a:ext uri="{FF2B5EF4-FFF2-40B4-BE49-F238E27FC236}">
                <a16:creationId xmlns:a16="http://schemas.microsoft.com/office/drawing/2014/main" id="{28223912-D0A4-A620-A34F-518BD869E53F}"/>
              </a:ext>
            </a:extLst>
          </p:cNvPr>
          <p:cNvSpPr>
            <a:spLocks/>
          </p:cNvSpPr>
          <p:nvPr userDrawn="1"/>
        </p:nvSpPr>
        <p:spPr>
          <a:xfrm>
            <a:off x="10033000" y="210784"/>
            <a:ext cx="16573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49" name="Discussion [Sticker]" hidden="1">
            <a:extLst>
              <a:ext uri="{FF2B5EF4-FFF2-40B4-BE49-F238E27FC236}">
                <a16:creationId xmlns:a16="http://schemas.microsoft.com/office/drawing/2014/main" id="{D9D83DF6-771C-4C0C-6C7A-3A59B82BAD4A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DISCUSSION</a:t>
            </a:r>
          </a:p>
        </p:txBody>
      </p:sp>
      <p:sp>
        <p:nvSpPr>
          <p:cNvPr id="145" name="Dummy [Sticker]" hidden="1">
            <a:extLst>
              <a:ext uri="{FF2B5EF4-FFF2-40B4-BE49-F238E27FC236}">
                <a16:creationId xmlns:a16="http://schemas.microsoft.com/office/drawing/2014/main" id="{85BE85F9-1C84-5D9C-577F-40BFD680420C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5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DUMMY DATA</a:t>
            </a:r>
          </a:p>
        </p:txBody>
      </p:sp>
      <p:sp>
        <p:nvSpPr>
          <p:cNvPr id="146" name="Update [Sticker]" hidden="1">
            <a:extLst>
              <a:ext uri="{FF2B5EF4-FFF2-40B4-BE49-F238E27FC236}">
                <a16:creationId xmlns:a16="http://schemas.microsoft.com/office/drawing/2014/main" id="{DB5368A3-028B-BD89-843A-4055DAEC9BBE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DATA</a:t>
            </a:r>
          </a:p>
        </p:txBody>
      </p:sp>
      <p:sp>
        <p:nvSpPr>
          <p:cNvPr id="147" name="Backup [Sticker]" hidden="1">
            <a:extLst>
              <a:ext uri="{FF2B5EF4-FFF2-40B4-BE49-F238E27FC236}">
                <a16:creationId xmlns:a16="http://schemas.microsoft.com/office/drawing/2014/main" id="{308EDF7D-F287-A5B8-407B-AF543ACA9F1E}"/>
              </a:ext>
            </a:extLst>
          </p:cNvPr>
          <p:cNvSpPr>
            <a:spLocks/>
          </p:cNvSpPr>
          <p:nvPr userDrawn="1"/>
        </p:nvSpPr>
        <p:spPr>
          <a:xfrm>
            <a:off x="10985500" y="210784"/>
            <a:ext cx="7048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BACKUP</a:t>
            </a:r>
          </a:p>
        </p:txBody>
      </p:sp>
      <p:grpSp>
        <p:nvGrpSpPr>
          <p:cNvPr id="134" name="Responsible [Sticker]" hidden="1">
            <a:extLst>
              <a:ext uri="{FF2B5EF4-FFF2-40B4-BE49-F238E27FC236}">
                <a16:creationId xmlns:a16="http://schemas.microsoft.com/office/drawing/2014/main" id="{D807E524-FC1C-0CD6-4E84-F55B41ABF787}"/>
              </a:ext>
            </a:extLst>
          </p:cNvPr>
          <p:cNvGrpSpPr/>
          <p:nvPr userDrawn="1"/>
        </p:nvGrpSpPr>
        <p:grpSpPr>
          <a:xfrm>
            <a:off x="9050330" y="210783"/>
            <a:ext cx="2640147" cy="173118"/>
            <a:chOff x="9050330" y="210783"/>
            <a:chExt cx="2640147" cy="173118"/>
          </a:xfrm>
        </p:grpSpPr>
        <p:sp>
          <p:nvSpPr>
            <p:cNvPr id="135" name="Final [Sticker org.]">
              <a:extLst>
                <a:ext uri="{FF2B5EF4-FFF2-40B4-BE49-F238E27FC236}">
                  <a16:creationId xmlns:a16="http://schemas.microsoft.com/office/drawing/2014/main" id="{4440328B-E219-D57E-E076-5D09AD704156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3"/>
              <a:ext cx="2640147" cy="17311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wrap="square" lIns="90000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TEXT</a:t>
              </a:r>
              <a:endPara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6" name="Final [Sticker org.]">
              <a:extLst>
                <a:ext uri="{FF2B5EF4-FFF2-40B4-BE49-F238E27FC236}">
                  <a16:creationId xmlns:a16="http://schemas.microsoft.com/office/drawing/2014/main" id="{E3A6C8D3-C105-250D-CC2B-D59A630EC485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4"/>
              <a:ext cx="853949" cy="1731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RESPONSIBLE:</a:t>
              </a:r>
              <a:endParaRPr kumimoji="0" lang="en-US" sz="8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7" name="Workspace [Presentation]" hidden="1">
            <a:extLst>
              <a:ext uri="{FF2B5EF4-FFF2-40B4-BE49-F238E27FC236}">
                <a16:creationId xmlns:a16="http://schemas.microsoft.com/office/drawing/2014/main" id="{94A6BE43-81F0-FA8E-2328-A068FC5E0F5F}"/>
              </a:ext>
            </a:extLst>
          </p:cNvPr>
          <p:cNvSpPr/>
          <p:nvPr userDrawn="1"/>
        </p:nvSpPr>
        <p:spPr bwMode="gray">
          <a:xfrm>
            <a:off x="504001" y="1548560"/>
            <a:ext cx="11186476" cy="4552203"/>
          </a:xfrm>
          <a:prstGeom prst="rect">
            <a:avLst/>
          </a:prstGeom>
          <a:noFill/>
          <a:ln w="12700" algn="ctr">
            <a:solidFill>
              <a:srgbClr val="D24726"/>
            </a:solidFill>
            <a:prstDash val="lgDash"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K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804D4-CFCB-3760-6825-6437954DC9F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203200" y="6563360"/>
            <a:ext cx="2144713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DE" sz="600">
                <a:solidFill>
                  <a:srgbClr val="000000">
                    <a:alpha val="50000"/>
                  </a:srgbClr>
                </a:solidFill>
                <a:latin typeface="72 Brand" panose="020B0504030603020204" pitchFamily="34" charset="0"/>
              </a:rPr>
              <a:t>                 INTERNAL ‒ SAP and External Parties under NDA Only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805" r:id="rId2"/>
    <p:sldLayoutId id="2147483780" r:id="rId3"/>
    <p:sldLayoutId id="2147483787" r:id="rId4"/>
    <p:sldLayoutId id="2147483816" r:id="rId5"/>
    <p:sldLayoutId id="2147483817" r:id="rId6"/>
    <p:sldLayoutId id="2147483818" r:id="rId7"/>
    <p:sldLayoutId id="2147483777" r:id="rId8"/>
    <p:sldLayoutId id="2147483788" r:id="rId9"/>
    <p:sldLayoutId id="2147483821" r:id="rId10"/>
    <p:sldLayoutId id="2147483823" r:id="rId11"/>
    <p:sldLayoutId id="2147483808" r:id="rId12"/>
    <p:sldLayoutId id="2147483741" r:id="rId13"/>
    <p:sldLayoutId id="2147483813" r:id="rId14"/>
    <p:sldLayoutId id="2147483765" r:id="rId15"/>
    <p:sldLayoutId id="2147483811" r:id="rId16"/>
    <p:sldLayoutId id="2147483767" r:id="rId17"/>
    <p:sldLayoutId id="2147483815" r:id="rId18"/>
    <p:sldLayoutId id="2147483812" r:id="rId19"/>
    <p:sldLayoutId id="2147483774" r:id="rId20"/>
    <p:sldLayoutId id="2147483745" r:id="rId21"/>
    <p:sldLayoutId id="2147483760" r:id="rId22"/>
    <p:sldLayoutId id="2147483768" r:id="rId23"/>
    <p:sldLayoutId id="2147483769" r:id="rId24"/>
    <p:sldLayoutId id="2147483770" r:id="rId25"/>
    <p:sldLayoutId id="2147483757" r:id="rId26"/>
    <p:sldLayoutId id="2147483771" r:id="rId27"/>
    <p:sldLayoutId id="2147483763" r:id="rId28"/>
    <p:sldLayoutId id="2147483751" r:id="rId29"/>
    <p:sldLayoutId id="2147483825" r:id="rId30"/>
    <p:sldLayoutId id="2147483826" r:id="rId31"/>
    <p:sldLayoutId id="2147483740" r:id="rId32"/>
    <p:sldLayoutId id="2147483810" r:id="rId33"/>
    <p:sldLayoutId id="2147483756" r:id="rId34"/>
    <p:sldLayoutId id="2147483824" r:id="rId35"/>
    <p:sldLayoutId id="2147483829" r:id="rId36"/>
    <p:sldLayoutId id="2147483828" r:id="rId37"/>
    <p:sldLayoutId id="2147483795" r:id="rId38"/>
    <p:sldLayoutId id="2147483796" r:id="rId39"/>
    <p:sldLayoutId id="2147483797" r:id="rId40"/>
    <p:sldLayoutId id="2147483801" r:id="rId41"/>
    <p:sldLayoutId id="2147483802" r:id="rId42"/>
    <p:sldLayoutId id="2147483803" r:id="rId43"/>
    <p:sldLayoutId id="2147483804" r:id="rId44"/>
    <p:sldLayoutId id="2147483819" r:id="rId45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600"/>
        </a:spcBef>
        <a:buClrTx/>
        <a:buSzPct val="100000"/>
        <a:buFont typeface="Arial" panose="020B0604020202020204" pitchFamily="34" charset="0"/>
        <a:buChar char="​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lang="en-US" sz="16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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​"/>
        <a:defRPr sz="1400" b="0" i="0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558" rtl="0" eaLnBrk="1" latinLnBrk="0" hangingPunct="1">
        <a:lnSpc>
          <a:spcPct val="120000"/>
        </a:lnSpc>
        <a:spcBef>
          <a:spcPts val="3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088558" rtl="0" eaLnBrk="1" latinLnBrk="0" hangingPunct="1">
        <a:spcBef>
          <a:spcPts val="600"/>
        </a:spcBef>
        <a:buFont typeface="Arial" pitchFamily="34" charset="0"/>
        <a:buChar char="​"/>
        <a:defRPr sz="36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A4A4A4"/>
          </p15:clr>
        </p15:guide>
        <p15:guide id="2" pos="759" userDrawn="1">
          <p15:clr>
            <a:srgbClr val="A4A4A4"/>
          </p15:clr>
        </p15:guide>
        <p15:guide id="3" orient="horz" pos="317" userDrawn="1">
          <p15:clr>
            <a:srgbClr val="A4A4A4"/>
          </p15:clr>
        </p15:guide>
        <p15:guide id="4" orient="horz" pos="4002" userDrawn="1">
          <p15:clr>
            <a:srgbClr val="A4A4A4"/>
          </p15:clr>
        </p15:guide>
        <p15:guide id="5" pos="917" userDrawn="1">
          <p15:clr>
            <a:srgbClr val="A4A4A4"/>
          </p15:clr>
        </p15:guide>
        <p15:guide id="6" pos="1359" userDrawn="1">
          <p15:clr>
            <a:srgbClr val="A4A4A4"/>
          </p15:clr>
        </p15:guide>
        <p15:guide id="7" pos="1518" userDrawn="1">
          <p15:clr>
            <a:srgbClr val="A4A4A4"/>
          </p15:clr>
        </p15:guide>
        <p15:guide id="8" pos="1960" userDrawn="1">
          <p15:clr>
            <a:srgbClr val="A4A4A4"/>
          </p15:clr>
        </p15:guide>
        <p15:guide id="9" pos="2118" userDrawn="1">
          <p15:clr>
            <a:srgbClr val="A4A4A4"/>
          </p15:clr>
        </p15:guide>
        <p15:guide id="10" pos="2560" userDrawn="1">
          <p15:clr>
            <a:srgbClr val="A4A4A4"/>
          </p15:clr>
        </p15:guide>
        <p15:guide id="11" pos="2719" userDrawn="1">
          <p15:clr>
            <a:srgbClr val="A4A4A4"/>
          </p15:clr>
        </p15:guide>
        <p15:guide id="12" pos="3161" userDrawn="1">
          <p15:clr>
            <a:srgbClr val="A4A4A4"/>
          </p15:clr>
        </p15:guide>
        <p15:guide id="13" pos="3319" userDrawn="1">
          <p15:clr>
            <a:srgbClr val="A4A4A4"/>
          </p15:clr>
        </p15:guide>
        <p15:guide id="14" pos="3761" userDrawn="1">
          <p15:clr>
            <a:srgbClr val="A4A4A4"/>
          </p15:clr>
        </p15:guide>
        <p15:guide id="15" pos="3920" userDrawn="1">
          <p15:clr>
            <a:srgbClr val="A4A4A4"/>
          </p15:clr>
        </p15:guide>
        <p15:guide id="16" pos="4362" userDrawn="1">
          <p15:clr>
            <a:srgbClr val="A4A4A4"/>
          </p15:clr>
        </p15:guide>
        <p15:guide id="17" pos="4520" userDrawn="1">
          <p15:clr>
            <a:srgbClr val="A4A4A4"/>
          </p15:clr>
        </p15:guide>
        <p15:guide id="18" pos="4962" userDrawn="1">
          <p15:clr>
            <a:srgbClr val="A4A4A4"/>
          </p15:clr>
        </p15:guide>
        <p15:guide id="19" pos="5121" userDrawn="1">
          <p15:clr>
            <a:srgbClr val="A4A4A4"/>
          </p15:clr>
        </p15:guide>
        <p15:guide id="20" pos="5563" userDrawn="1">
          <p15:clr>
            <a:srgbClr val="A4A4A4"/>
          </p15:clr>
        </p15:guide>
        <p15:guide id="21" pos="5721" userDrawn="1">
          <p15:clr>
            <a:srgbClr val="A4A4A4"/>
          </p15:clr>
        </p15:guide>
        <p15:guide id="22" pos="6163" userDrawn="1">
          <p15:clr>
            <a:srgbClr val="A4A4A4"/>
          </p15:clr>
        </p15:guide>
        <p15:guide id="23" pos="6322" userDrawn="1">
          <p15:clr>
            <a:srgbClr val="A4A4A4"/>
          </p15:clr>
        </p15:guide>
        <p15:guide id="24" pos="6764" userDrawn="1">
          <p15:clr>
            <a:srgbClr val="A4A4A4"/>
          </p15:clr>
        </p15:guide>
        <p15:guide id="25" pos="6922" userDrawn="1">
          <p15:clr>
            <a:srgbClr val="A4A4A4"/>
          </p15:clr>
        </p15:guide>
        <p15:guide id="26" pos="7364" userDrawn="1">
          <p15:clr>
            <a:srgbClr val="A4A4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ustomXml" Target="../../customXml/item11.xml"/><Relationship Id="rId2" Type="http://schemas.openxmlformats.org/officeDocument/2006/relationships/customXml" Target="../../customXml/item2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39.png"/><Relationship Id="rId6" Type="http://schemas.openxmlformats.org/officeDocument/2006/relationships/image" Target="../media/image40.svg"/><Relationship Id="rId7" Type="http://schemas.openxmlformats.org/officeDocument/2006/relationships/image" Target="../media/image8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ustomXml" Target="../../customXml/item38.xml"/><Relationship Id="rId2" Type="http://schemas.openxmlformats.org/officeDocument/2006/relationships/customXml" Target="../../customXml/item16.xml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39.png"/><Relationship Id="rId6" Type="http://schemas.openxmlformats.org/officeDocument/2006/relationships/image" Target="../media/image40.svg"/><Relationship Id="rId7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ustomXml" Target="../../customXml/item14.xml"/><Relationship Id="rId2" Type="http://schemas.openxmlformats.org/officeDocument/2006/relationships/customXml" Target="../../customXml/item22.xml"/><Relationship Id="rId3" Type="http://schemas.openxmlformats.org/officeDocument/2006/relationships/slideLayout" Target="../slideLayouts/slideLayout19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ustomXml" Target="../../customXml/item29.xml"/><Relationship Id="rId2" Type="http://schemas.openxmlformats.org/officeDocument/2006/relationships/customXml" Target="../../customXml/item30.xml"/><Relationship Id="rId3" Type="http://schemas.openxmlformats.org/officeDocument/2006/relationships/slideLayout" Target="../slideLayouts/slideLayout31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88.png"/><Relationship Id="rId6" Type="http://schemas.openxmlformats.org/officeDocument/2006/relationships/hyperlink" Target="https://dam.sap.com/mac/app/p/video/asset/preview/nsus9o4?ltr=a&amp;rc=10&amp;doi=SAP1225331&amp;includeRelatedAssets=true" TargetMode="External"/><Relationship Id="rId7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96204B03-B1FB-1E82-EAA5-ECF68E372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2706317"/>
            <a:ext cx="4765449" cy="997196"/>
          </a:xfrm>
        </p:spPr>
        <p:txBody>
          <a:bodyPr/>
          <a:lstStyle/>
          <a:p>
            <a:r>
              <a:t>Archimedes AI</a:t>
            </a:r>
          </a:p>
          <a:p>
            <a:r>
              <a:t>Automated LeanIX Population</a:t>
            </a:r>
          </a:p>
        </p:txBody>
      </p:sp>
      <p:sp>
        <p:nvSpPr>
          <p:cNvPr id="2" name="Spaker name - Dynamic" descr="{&quot;templafy&quot;:{&quot;id&quot;:&quot;b1865d1a-4b5c-432f-9b3c-a2944b65e669&quot;}}">
            <a:extLst>
              <a:ext uri="{FF2B5EF4-FFF2-40B4-BE49-F238E27FC236}">
                <a16:creationId xmlns:a16="http://schemas.microsoft.com/office/drawing/2014/main" id="{C925A837-5469-792C-5225-4A1FABC0341A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SAP Advisory Architecture</a:t>
            </a:r>
          </a:p>
        </p:txBody>
      </p:sp>
      <p:sp>
        <p:nvSpPr>
          <p:cNvPr id="9" name="Date - Dynamic" descr="{&quot;templafy&quot;:{&quot;id&quot;:&quot;5ae912f7-7a4b-4cd9-9412-9f5937283938&quot;}}">
            <a:extLst>
              <a:ext uri="{FF2B5EF4-FFF2-40B4-BE49-F238E27FC236}">
                <a16:creationId xmlns:a16="http://schemas.microsoft.com/office/drawing/2014/main" id="{D5F0BFE3-F7A5-80B2-78F0-4C710288F2D6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May 2026</a:t>
            </a:r>
          </a:p>
        </p:txBody>
      </p:sp>
      <p:pic>
        <p:nvPicPr>
          <p:cNvPr id="20" name="Picture 19" descr="Cover_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4494" y="0"/>
            <a:ext cx="6230682" cy="6858000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60141368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>
                <a:solidFill>
                  <a:srgbClr val="000000"/>
                </a:solidFill>
              </a:rPr>
              <a:t>•  The challenge — manual LeanIX population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>
                <a:solidFill>
                  <a:srgbClr val="000000"/>
                </a:solidFill>
              </a:rPr>
              <a:t>•  What is Archimedes AI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>
                <a:solidFill>
                  <a:srgbClr val="000000"/>
                </a:solidFill>
              </a:rPr>
              <a:t>•  How it works — 5-step pipeline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>
                <a:solidFill>
                  <a:srgbClr val="000000"/>
                </a:solidFill>
              </a:rPr>
              <a:t>•  Real case — Acciona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>
                <a:solidFill>
                  <a:srgbClr val="000000"/>
                </a:solidFill>
              </a:rPr>
              <a:t>•  Value for the Advisory Architect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500">
                <a:solidFill>
                  <a:srgbClr val="000000"/>
                </a:solidFill>
              </a:rPr>
              <a:t>•  Getting started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8554" y="264435"/>
            <a:ext cx="9277232" cy="369332"/>
          </a:xfrm>
        </p:spPr>
        <p:txBody>
          <a:bodyPr/>
          <a:lstStyle/>
          <a:p>
            <a:r>
              <a:rPr sz="2400" b="1">
                <a:solidFill>
                  <a:srgbClr val="002A86"/>
                </a:solidFill>
              </a:rPr>
              <a:t>Agenda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232" y="269101"/>
            <a:ext cx="1709244" cy="36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232" y="269101"/>
            <a:ext cx="1709244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5CD601-7B1C-F2D3-F716-ED7F86FEA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554" y="264435"/>
            <a:ext cx="9277232" cy="677108"/>
          </a:xfrm>
        </p:spPr>
        <p:txBody>
          <a:bodyPr/>
          <a:lstStyle/>
          <a:p>
            <a:r>
              <a:rPr sz="2400" b="1">
                <a:solidFill>
                  <a:srgbClr val="002A86"/>
                </a:solidFill>
              </a:rPr>
              <a:t>The Challenge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1232" y="269101"/>
            <a:ext cx="1709244" cy="36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1232" y="269101"/>
            <a:ext cx="1709244" cy="360000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462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64CED-B754-4A1B-DFAB-06C3B662D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54" y="264435"/>
            <a:ext cx="9277232" cy="369332"/>
          </a:xfrm>
        </p:spPr>
        <p:txBody>
          <a:bodyPr/>
          <a:lstStyle/>
          <a:p>
            <a:r>
              <a:rPr sz="2400" b="1">
                <a:solidFill>
                  <a:srgbClr val="002A86"/>
                </a:solidFill>
              </a:rPr>
              <a:t>Manual LeanIX Population: A Costly Process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1232" y="269101"/>
            <a:ext cx="1709244" cy="36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1232" y="269101"/>
            <a:ext cx="1709244" cy="36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4000" y="1548000"/>
            <a:ext cx="11186477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2–3 days of manual work per client engagement to populate LeanIX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Multiple disconnected sources: OnPrem/Cloud Excel, requirements files, PDFs, architecture diagrams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Risk of inconsistency — BC coverage depends on individual knowledge of the RBA catalog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Application-to-RSA mapping is manual, subjective, and error-prone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Dependency on the architect who knows the SAP catalog — not scalable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LeanIX stays empty or incomplete until late in the engagement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023600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94CC2-0AF6-9408-A681-61626AB56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54" y="264435"/>
            <a:ext cx="9277232" cy="369332"/>
          </a:xfrm>
        </p:spPr>
        <p:txBody>
          <a:bodyPr wrap="square" anchor="ctr">
            <a:noAutofit/>
          </a:bodyPr>
          <a:lstStyle/>
          <a:p>
            <a:r>
              <a:t>Questions?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315945-B456-4AAA-F861-75D1D57767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3238" y="503238"/>
            <a:ext cx="11183937" cy="370800"/>
          </a:xfrm>
        </p:spPr>
        <p:txBody>
          <a:bodyPr/>
          <a:lstStyle/>
          <a:p>
            <a:r>
              <a:rPr sz="1800">
                <a:solidFill>
                  <a:srgbClr val="002A86"/>
                </a:solidFill>
              </a:rPr>
              <a:t>Let's talk about your next engagement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3B6FE8B-5C71-799C-6309-CAFCD817D4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38" y="3725638"/>
            <a:ext cx="4765675" cy="393925"/>
          </a:xfrm>
        </p:spPr>
        <p:txBody>
          <a:bodyPr/>
          <a:lstStyle/>
          <a:p>
            <a:r>
              <a:rPr sz="1400">
                <a:solidFill>
                  <a:srgbClr val="5B738B"/>
                </a:solidFill>
              </a:rPr>
              <a:t>Archimedes AI — SAP EA Internal Tool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44BDC429-978F-EFE0-9D33-9E6DE8C54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5689042" y="552455"/>
            <a:ext cx="5473797" cy="63055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8CF78FD-6B37-D2D3-A779-4EED767E0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018088" y="-1031422"/>
            <a:ext cx="7177087" cy="858883"/>
          </a:xfrm>
          <a:prstGeom prst="rect">
            <a:avLst/>
          </a:prstGeom>
          <a:solidFill>
            <a:srgbClr val="FFF3B8"/>
          </a:solidFill>
          <a:ln w="25400" algn="ctr">
            <a:noFill/>
            <a:miter lim="800000"/>
            <a:headEnd/>
            <a:tailEnd/>
          </a:ln>
        </p:spPr>
        <p:txBody>
          <a:bodyPr lIns="72000" tIns="72000" rIns="72000" bIns="72000" rtlCol="0" anchor="ctr"/>
          <a:lstStyle/>
          <a:p>
            <a:r>
              <a:rPr lang="en-GB">
                <a:latin typeface="72 Brand" panose="020B0504030603020204" pitchFamily="34" charset="0"/>
              </a:rPr>
              <a:t>For additional cutouts, follow the </a:t>
            </a:r>
            <a:r>
              <a:rPr lang="en-GB">
                <a:latin typeface="72 Brand" panose="020B0504030603020204" pitchFamily="34" charset="0"/>
                <a:hlinkClick r:id="rId6"/>
              </a:rPr>
              <a:t>step-by-step instructions</a:t>
            </a:r>
            <a:r>
              <a:rPr lang="en-GB">
                <a:latin typeface="72 Brand" panose="020B0504030603020204" pitchFamily="34" charset="0"/>
              </a:rPr>
              <a:t> on how to find cutout images in the SAP Media Library.</a:t>
            </a:r>
            <a:endParaRPr lang="en-GB" dirty="0">
              <a:latin typeface="72 Brand" panose="020B0504030603020204" pitchFamily="34" charset="0"/>
            </a:endParaRP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1232" y="269101"/>
            <a:ext cx="1709244" cy="360000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607979734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554" y="264435"/>
            <a:ext cx="9277232" cy="677108"/>
          </a:xfrm>
        </p:spPr>
        <p:txBody>
          <a:bodyPr/>
          <a:lstStyle/>
          <a:p>
            <a:r>
              <a:rPr sz="2400" b="1">
                <a:solidFill>
                  <a:srgbClr val="002A86"/>
                </a:solidFill>
              </a:rPr>
              <a:t>What is Archimedes AI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232" y="269101"/>
            <a:ext cx="1709244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AI-powered orchestrator that converts client inputs into LeanIX import files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Covers the full EA cycle: AS-IS Baseline + TO-BE Target in one pipeline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Engine: Claude API (claude-sonnet-4-6) + official SAP RBA and RSA catalogs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RBA: 756 Business Capabilities across 22 domains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RSA: 324 canonical SAP products with full hierarchy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Runs locally — no infrastructure required, client data stays on your machine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Output files are directly importable into LeanIX via GraphQL API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8554" y="264435"/>
            <a:ext cx="9277232" cy="369332"/>
          </a:xfrm>
        </p:spPr>
        <p:txBody>
          <a:bodyPr/>
          <a:lstStyle/>
          <a:p>
            <a:r>
              <a:rPr sz="2400" b="1">
                <a:solidFill>
                  <a:srgbClr val="002A86"/>
                </a:solidFill>
              </a:rPr>
              <a:t>Archimedes AI — Overview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232" y="269101"/>
            <a:ext cx="1709244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554" y="264435"/>
            <a:ext cx="9277232" cy="369332"/>
          </a:xfrm>
        </p:spPr>
        <p:txBody>
          <a:bodyPr/>
          <a:lstStyle/>
          <a:p>
            <a:r>
              <a:rPr sz="2400" b="1">
                <a:solidFill>
                  <a:srgbClr val="002A86"/>
                </a:solidFill>
              </a:rPr>
              <a:t>Inputs and Outputs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232" y="269101"/>
            <a:ext cx="1709244" cy="3600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4000" y="1548000"/>
          <a:ext cx="11186477" cy="4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2800000"/>
                <a:gridCol w="5586477"/>
              </a:tblGrid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Input Type</a:t>
                      </a:r>
                    </a:p>
                  </a:txBody>
                  <a:tcPr>
                    <a:solidFill>
                      <a:srgbClr val="002A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002A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Archimedes Extracts</a:t>
                      </a:r>
                    </a:p>
                  </a:txBody>
                  <a:tcPr>
                    <a:solidFill>
                      <a:srgbClr val="002A86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OnPrem Systems Excel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Client-provided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Applications + hosting tags (Baseline AS-IS)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Cloud Systems 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Client-provided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Cloud apps + solution area tags (Baseline AS-IS)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Requirements Excel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Client-provided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BCs (RBA mapping) + SAP apps (RSA mapping)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PDF documents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Proposals, RFPs,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Fact sheets: Apps, BCs, Initiatives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Architecture diagrams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PNG / JPG images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Applications and IT components (Claude Vision)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OUTPUT: baseline.xlsx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→ LeanIX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AS-IS applications with Baseline tags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OUTPUT: target_leanix.xlsx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→ LeanIX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TO-BE: Application, BC, Initiative, ITComponent sheets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554" y="264435"/>
            <a:ext cx="9277232" cy="677108"/>
          </a:xfrm>
        </p:spPr>
        <p:txBody>
          <a:bodyPr/>
          <a:lstStyle/>
          <a:p>
            <a:r>
              <a:rPr sz="2400" b="1">
                <a:solidFill>
                  <a:srgbClr val="002A86"/>
                </a:solidFill>
              </a:rPr>
              <a:t>5-Step Pipeline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232" y="269101"/>
            <a:ext cx="1709244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Step 0 — Catalog Check: Verifies RBA/RSA catalog version and offers update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Step 1 — Baseline (AS-IS): Reads OnPrem + Cloud Excel → generates baseline.xlsx with Baseline;OnPremise / Baseline;Cloud tags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Step 2 — Requirements (TO-BE): Reads requirements Excel → Claude maps each row to RBA Business Capabilities and RSA products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Step 2b — PDF: Extracts additional fact sheets from PDFs using Claude API (proposals, offers, reports)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All steps are interactive — the pipeline prompts for each file and can skip any optional input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8554" y="264435"/>
            <a:ext cx="9277232" cy="369332"/>
          </a:xfrm>
        </p:spPr>
        <p:txBody>
          <a:bodyPr/>
          <a:lstStyle/>
          <a:p>
            <a:r>
              <a:rPr sz="2400" b="1">
                <a:solidFill>
                  <a:srgbClr val="002A86"/>
                </a:solidFill>
              </a:rPr>
              <a:t>Pipeline — Steps 0 to 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232" y="269101"/>
            <a:ext cx="1709244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Step 3 — Images: Reads architecture diagrams (.png/.jpg) → Claude Vision extracts apps and IT components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Step 4 — Output generation: Produces multi-sheet LeanIX Excel (Application, BusinessCapability, Initiative, ITComponent, ReadMe)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Step 5 — LeanIX import (optional): Pushes via GraphQL API in correct order: BC → ITC → App → Initiative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If LEANIX_API_TOKEN is configured, import is one command: python3 run.py pipeline --client &lt;name&gt;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Each run is idempotent — safe to re-run with updated inputs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8554" y="264435"/>
            <a:ext cx="9277232" cy="369332"/>
          </a:xfrm>
        </p:spPr>
        <p:txBody>
          <a:bodyPr/>
          <a:lstStyle/>
          <a:p>
            <a:r>
              <a:rPr sz="2400" b="1">
                <a:solidFill>
                  <a:srgbClr val="002A86"/>
                </a:solidFill>
              </a:rPr>
              <a:t>Pipeline — Steps 3 to 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232" y="269101"/>
            <a:ext cx="1709244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554" y="264435"/>
            <a:ext cx="9277232" cy="677108"/>
          </a:xfrm>
        </p:spPr>
        <p:txBody>
          <a:bodyPr/>
          <a:lstStyle/>
          <a:p>
            <a:r>
              <a:rPr sz="2400" b="1">
                <a:solidFill>
                  <a:srgbClr val="002A86"/>
                </a:solidFill>
              </a:rPr>
              <a:t>Real Case — Acciona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232" y="269101"/>
            <a:ext cx="1709244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554" y="264435"/>
            <a:ext cx="9277232" cy="369332"/>
          </a:xfrm>
        </p:spPr>
        <p:txBody>
          <a:bodyPr/>
          <a:lstStyle/>
          <a:p>
            <a:r>
              <a:rPr sz="2400" b="1">
                <a:solidFill>
                  <a:srgbClr val="002A86"/>
                </a:solidFill>
              </a:rPr>
              <a:t>Acciona — Pipeline Results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232" y="269101"/>
            <a:ext cx="1709244" cy="3600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4000" y="1548000"/>
          <a:ext cx="11186477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/>
                <a:gridCol w="4000000"/>
                <a:gridCol w="4186477"/>
              </a:tblGrid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002A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02A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02A86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Baseline AS-IS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Total applications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37 apps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Baseline AS-IS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On-Premise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14 apps (Baseline;OnPremise tag)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Baseline AS-IS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Cloud systems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23 apps (Baseline;Cloud tag)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Requirements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Requirements analyzed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462 rows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Target TO-BE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SAP applications mapped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7 canonical RSA apps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Target TO-BE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Business Capabilities (RBA)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20 leaf BCs with parent hierarchy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Target TO-BE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Initiatives (by process)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9 initiatives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Target TO-BE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IT Components derived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8 ITCs (from app-to-ITC map)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Full LeanIX population for a real client engagement — baseline to target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462 requirements processed and mapped to RBA/RSA in minutes, not days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BC hierarchy automatically built from RBA: leaf nodes + parent chain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Initiatives grouped by process (not by individual requirement) — ready for roadmap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IT Components auto-derived from app-to-ITC static map (S/4HANA, SAC, IBP, Ariba...)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Output imported into LeanIX directly — EA can start working on day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8554" y="264435"/>
            <a:ext cx="9277232" cy="369332"/>
          </a:xfrm>
        </p:spPr>
        <p:txBody>
          <a:bodyPr/>
          <a:lstStyle/>
          <a:p>
            <a:r>
              <a:rPr sz="2400" b="1">
                <a:solidFill>
                  <a:srgbClr val="002A86"/>
                </a:solidFill>
              </a:rPr>
              <a:t>Acciona — What This Means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232" y="269101"/>
            <a:ext cx="1709244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554" y="264435"/>
            <a:ext cx="9277232" cy="677108"/>
          </a:xfrm>
        </p:spPr>
        <p:txBody>
          <a:bodyPr/>
          <a:lstStyle/>
          <a:p>
            <a:r>
              <a:rPr sz="2400" b="1">
                <a:solidFill>
                  <a:srgbClr val="002A86"/>
                </a:solidFill>
              </a:rPr>
              <a:t>Value for Advisory Architects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232" y="269101"/>
            <a:ext cx="1709244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554" y="264435"/>
            <a:ext cx="9277232" cy="369332"/>
          </a:xfrm>
        </p:spPr>
        <p:txBody>
          <a:bodyPr/>
          <a:lstStyle/>
          <a:p>
            <a:r>
              <a:rPr sz="2400" b="1">
                <a:solidFill>
                  <a:srgbClr val="002A86"/>
                </a:solidFill>
              </a:rPr>
              <a:t>Without vs. With Archimedes AI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232" y="269101"/>
            <a:ext cx="1709244" cy="3600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4000" y="1548000"/>
          <a:ext cx="11186477" cy="4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000"/>
                <a:gridCol w="3800000"/>
                <a:gridCol w="3886477"/>
              </a:tblGrid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>
                    <a:solidFill>
                      <a:srgbClr val="002A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Without Archimedes</a:t>
                      </a:r>
                    </a:p>
                  </a:txBody>
                  <a:tcPr>
                    <a:solidFill>
                      <a:srgbClr val="002A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With Archimedes</a:t>
                      </a:r>
                    </a:p>
                  </a:txBody>
                  <a:tcPr>
                    <a:solidFill>
                      <a:srgbClr val="002A86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LeanIX population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2–3 days manual work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Minutes (automated pipeline)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BC coverage (RBA)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Depends on individual 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Guaranteed — 756 BCs, 22 domains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App-to-RSA mapping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Manual, subjective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Canonical resolution (324 SAP products)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Multi-source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Each source processed separately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One orchestrator, all sources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PDF / diagram input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Manual extraction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Claude API vision + NLP extraction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LeanIX import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Manual upload +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Direct GraphQL push, correct order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Scalability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Depends on who knows the catalog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Any Advisory Architect, any client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From: manual data entry and catalog lookup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To: strategic validation, gap analysis, and client recommendations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EA value is in decisions, not in populating spreadsheets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Archimedes provides a consistent, repeatable baseline from day one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Enables faster time-to-value: present a populated LeanIX in the first workshop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Works for any client — not tied to a specific sector or system landscape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8554" y="264435"/>
            <a:ext cx="9277232" cy="369332"/>
          </a:xfrm>
        </p:spPr>
        <p:txBody>
          <a:bodyPr/>
          <a:lstStyle/>
          <a:p>
            <a:r>
              <a:rPr sz="2400" b="1">
                <a:solidFill>
                  <a:srgbClr val="002A86"/>
                </a:solidFill>
              </a:rPr>
              <a:t>The Advisory Architect's Time — Refocused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232" y="269101"/>
            <a:ext cx="1709244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554" y="264435"/>
            <a:ext cx="9277232" cy="677108"/>
          </a:xfrm>
        </p:spPr>
        <p:txBody>
          <a:bodyPr/>
          <a:lstStyle/>
          <a:p>
            <a:r>
              <a:rPr sz="2400" b="1">
                <a:solidFill>
                  <a:srgbClr val="002A86"/>
                </a:solidFill>
              </a:rPr>
              <a:t>Getting Started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232" y="269101"/>
            <a:ext cx="1709244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Prerequisites: Python 3.10+, ANTHROPIC_API_KEY, optional LEANIX_API_TOKEN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Clone repo: /Users/I519409/dev/archimedes-ai/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Install dependencies: pip install -r requirements.txt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Run the pipeline: python3 run.py pipeline --client &lt;client_name&gt;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The pipeline is fully interactive — prompts for each input file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Optional: python3 run.py enrich  (enrich only) or  run.py push  (push to LeanIX only)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400">
                <a:solidFill>
                  <a:srgbClr val="000000"/>
                </a:solidFill>
              </a:rPr>
              <a:t>•  Output saved to: output/&lt;client_name&gt;/  (baseline.xlsx + target_leanix.xlsx)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8554" y="264435"/>
            <a:ext cx="9277232" cy="369332"/>
          </a:xfrm>
        </p:spPr>
        <p:txBody>
          <a:bodyPr/>
          <a:lstStyle/>
          <a:p>
            <a:r>
              <a:rPr sz="2400" b="1">
                <a:solidFill>
                  <a:srgbClr val="002A86"/>
                </a:solidFill>
              </a:rPr>
              <a:t>Running Archimedes AI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232" y="269101"/>
            <a:ext cx="1709244" cy="360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8575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8575">
          <a:noFill/>
        </a:ln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4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SAP LeanIX.pptx" id="{F01AAE40-E2A5-464E-BB66-AD58C462510A}" vid="{0B4FB6DA-BFC0-4979-B3EE-EA9A381FC453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5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3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4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71","enableDocumentContentUpdater":false,"version":"2.0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68","enableDocumentContentUpdater":false,"version":"2.0"}]]></TemplafySlideTemplateConfiguration>
</file>

<file path=customXml/item12.xml><?xml version="1.0" encoding="utf-8"?>
<TemplafySlideTemplateConfiguration><![CDATA[{"slideVersion":3,"isValidatorEnabled":false,"isLocked":false,"elementsMetadata":[],"slideId":"1328131217384275980","enableDocumentContentUpdater":false,"version":"2.0"}]]></TemplafySlideTemplateConfiguration>
</file>

<file path=customXml/item1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79f7773-5b16-460b-be9a-e10be11b395c">
      <Terms xmlns="http://schemas.microsoft.com/office/infopath/2007/PartnerControls"/>
    </lcf76f155ced4ddcb4097134ff3c332f>
    <TaxCatchAll xmlns="0e00d59e-b0d2-4e67-be34-67e465b0fbed" xsi:nil="true"/>
  </documentManagement>
</p:properties>
</file>

<file path=customXml/item14.xml><?xml version="1.0" encoding="utf-8"?>
<TemplafySlideTemplateConfiguration><![CDATA[{"slideVersion":3,"isValidatorEnabled":false,"isLocked":false,"elementsMetadata":[],"slideId":"1328131217384275978","enableDocumentContentUpdater":false,"version":"2.0"}]]></TemplafySlideTemplateConfiguration>
</file>

<file path=customXml/item15.xml><?xml version="1.0" encoding="utf-8"?>
<TemplafySlideTemplateConfiguration><![CDATA[{"slideVersion":3,"isValidatorEnabled":false,"isLocked":false,"elementsMetadata":[],"slideId":"1328131217384275972","enableDocumentContentUpdater":false,"version":"2.0"}]]></TemplafySlideTemplate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18.xml><?xml version="1.0" encoding="utf-8"?>
<TemplafySlideFormConfiguration><![CDATA[{"formFields":[],"formDataEntries":[]}]]></TemplafySlideFormConfiguration>
</file>

<file path=customXml/item19.xml><?xml version="1.0" encoding="utf-8"?>
<TemplafyTemplateConfiguration><![CDATA[{"elementsMetadata":[{"type":"shape","id":"4891e6fc-5fdd-43ef-8f92-cf8d3b9b0810","elementConfiguration":{"inheritDimensions":"{{InheritDimensions.InheritNone}}","width":"","height":"1 cm","image":"{{Form.SAPLogo.SubbrandWhite}}","visibility":"","type":"image","disableUpdates":false}},{"type":"shape","id":"097828c0-4a39-4e97-8f6b-91c1d166d462","elementConfiguration":{"inheritDimensions":"{{InheritDimensions.InheritNone}}","width":"","height":"1 cm","image":"{{Form.SAPLogo.SubbrandWhite}}","visibility":"","type":"image","disableUpdates":false}},{"type":"shape","id":"08529856-8de0-4fae-95cb-d37d20a03882","elementConfiguration":{"inheritDimensions":"{{InheritDimensions.InheritNone}}","width":"","height":"1 cm","image":"{{Form.SAPLogo.SubbrandBlue}}","visibility":"","type":"image","disableUpdates":false}},{"type":"shape","id":"76763539-1909-4982-a38a-ad40e547b13e","elementConfiguration":{"inheritDimensions":"{{InheritDimensions.InheritNone}}","width":"","height":"1 cm","image":"{{Form.SAPLogo.SubbrandBlue}}","visibility":"","type":"image","disableUpdates":false}},{"type":"shape","id":"29fc773d-9785-4baf-82c9-2cd70983f7fb","elementConfiguration":{"inheritDimensions":"{{InheritDimensions.InheritNone}}","width":"","height":"1 cm","image":"{{Form.SAPLogo.SubbrandBlack}}","visibility":"","type":"image","disableUpdates":false}},{"type":"shape","id":"84642bd2-48f5-4d72-bc1f-d1a734b41b7e","elementConfiguration":{"inheritDimensions":"{{InheritDimensions.InheritNone}}","width":"","height":"1 cm","image":"{{Form.SAPLogo.SubbrandWhite}}","visibility":"","type":"image","disableUpdates":false}},{"type":"shape","id":"ec5d34d3-2736-4f9b-bde1-9e06debdc622","elementConfiguration":{"inheritDimensions":"{{InheritDimensions.InheritNone}}","width":"","height":"1 cm","image":"{{Form.SAPLogo.SubbrandBlue}}","visibility":"","type":"image","disableUpdates":false}},{"type":"shape","id":"ee068d38-d8d6-4f51-9530-95cb3b336244","elementConfiguration":{"inheritDimensions":"{{InheritDimensions.InheritNone}}","width":"","height":"1 cm","image":"{{Form.SAPLogo.SubbrandWhite}}","visibility":"","type":"image","disableUpdates":false}},{"type":"shape","id":"e9cb72f5-ef6d-47d2-a042-921016e83660","elementConfiguration":{"inheritDimensions":"{{InheritDimensions.InheritNone}}","width":"","height":"1 cm","image":"{{Form.SAPLogo.SubbrandWhite}}","visibility":"","type":"image","disableUpdates":false}},{"type":"shape","id":"6a2ad435-f360-4282-b19f-3938b8e530c2","elementConfiguration":{"inheritDimensions":"{{InheritDimensions.InheritNone}}","width":"","height":"1 cm","image":"{{Form.SAPLogo.SubbrandBlack}}","visibility":"","type":"image","disableUpdates":false}},{"type":"shape","id":"e3c3a6af-8345-4518-8c28-8945ad8d4383","elementConfiguration":{"inheritDimensions":"{{InheritDimensions.InheritNone}}","width":"","height":"1 cm","image":"{{Form.SAPLogo.SubbrandWhite}}","visibility":"","type":"image","disableUpdates":false}},{"type":"shape","id":"818cac13-a078-477f-a7cb-08774ce796c0","elementConfiguration":{"inheritDimensions":"{{InheritDimensions.InheritNone}}","width":"","height":"1 cm","image":"{{Form.SAPLogo.SubbrandBlue}}","visibility":"","type":"image","disableUpdates":false}},{"type":"shape","id":"1d62b530-3b2d-4f92-babb-44a9256310ea","elementConfiguration":{"inheritDimensions":"{{InheritDimensions.InheritNone}}","width":"","height":"1 cm","image":"{{Form.SAPLogo.SubbrandBlack}}","visibility":"","type":"image","disableUpdates":false}},{"type":"shape","id":"f2d18eeb-7213-4501-b0eb-4746b2344c68","elementConfiguration":{"inheritDimensions":"{{InheritDimensions.InheritNone}}","width":"","height":"1 cm","image":"{{Form.SAPLogo.SubbrandBlue}}","visibility":"","type":"image","disableUpdates":false}},{"type":"shape","id":"b1865d1a-4b5c-432f-9b3c-a2944b65e669","elementConfiguration":{"binding":"{{StringJoin(\", \", Form.SpeakerName,\"SAP\")}}","visibility":"","type":"text","disableUpdates":false,"renderAsMarkdown":false}},{"type":"shape","id":"5ae912f7-7a4b-4cd9-9412-9f5937283938","elementConfiguration":{"binding":"{{FormatDateTime(Form.Date,\"MMMM dd, yyyy\",\"en-US\")}}","visibility":"","type":"text","disableUpdates":false,"renderAsMarkdown":false}},{"type":"shape","id":"a274c57f-a534-42ed-b86d-c3e75f2e24af","elementConfiguration":{"binding":"{{Form.SpeakerName}}","visibility":"","type":"text","disableUpdates":false,"renderAsMarkdown":false}},{"type":"shape","id":"9ce24f50-c091-48d8-af4c-f792d19480e7","elementConfiguration":{"binding":"{{Form.Position}}\n{{Form.Address}}\n{{Form.City}} \n{{Form.Email}}","visibility":"","type":"text","disableUpdates":false,"renderAsMarkdown":false}},{"type":"shape","id":"9ed23550-228f-4159-9575-d70f10a02298","elementConfiguration":{"binding":"{{StringJoin(\", \", Form.SpeakerName,\"SAP\")}}","visibility":"","type":"text","disableUpdates":false,"renderAsMarkdown":false}},{"type":"shape","id":"9e784631-5b02-465d-9657-52b7037c3ea4","elementConfiguration":{"binding":"{{FormatDateTime(Form.Date,\"MMMM dd, yyyy\",\"en-US\")}}","visibility":"","type":"text","disableUpdates":false,"renderAsMarkdown":false}},{"type":"shape","id":"6a4614ba-7fc2-4311-bd0b-24b91284c1d6","elementConfiguration":{"binding":"{{StringJoin(\", \", Form.SpeakerName,\"SAP\")}}","visibility":"","type":"text","disableUpdates":false,"renderAsMarkdown":false}},{"type":"shape","id":"85034fff-58ff-4fdd-a6c5-d8f6db18ad7b","elementConfiguration":{"binding":"{{FormatDateTime(Form.Date,\"MMMM dd, yyyy\",\"en-US\")}}","visibility":"","type":"text","disableUpdates":false,"renderAsMarkdown":false}},{"type":"shape","id":"6da4e186-cd45-4a39-9d57-f1560ac27a17","elementConfiguration":{"binding":"{{StringJoin(\", \", Form.SpeakerName,\"SAP\")}}","visibility":"","type":"text","disableUpdates":false,"renderAsMarkdown":false}},{"type":"shape","id":"6cff2d54-31fb-47e1-8004-d2dba66d2a63","elementConfiguration":{"binding":"{{FormatDateTime(Form.Date,\"MMMM dd, yyyy\",\"en-US\")}}","visibility":"","type":"text","disableUpdates":false,"renderAsMarkdown":false}}],"transformationConfigurations":[],"templateName":"SAP Corp","templateDescription":"","enableDocumentContentUpdater":true,"version":"2.0"}]]></TemplafyTemplateConfiguration>
</file>

<file path=customXml/item20.xml><?xml version="1.0" encoding="utf-8"?>
<TemplafySlideTemplateConfiguration><![CDATA[{"slideVersion":3,"isValidatorEnabled":false,"isLocked":false,"elementsMetadata":[],"slideId":"1328131217384275976","enableDocumentContentUpdater":false,"version":"2.0"}]]></TemplafySlideTemplateConfiguration>
</file>

<file path=customXml/item21.xml><?xml version="1.0" encoding="utf-8"?>
<TemplafySlideTemplateConfiguration><![CDATA[{"slideVersion":3,"isValidatorEnabled":false,"isLocked":false,"elementsMetadata":[],"slideId":"1328131217384275977","enableDocumentContentUpdater":false,"version":"2.0"}]]></TemplafySlideTemplateConfiguration>
</file>

<file path=customXml/item22.xml><?xml version="1.0" encoding="utf-8"?>
<TemplafySlideFormConfiguration><![CDATA[{"formFields":[],"formDataEntries":[]}]]></TemplafySlideFormConfiguration>
</file>

<file path=customXml/item23.xml><?xml version="1.0" encoding="utf-8"?>
<TemplafySlideTemplateConfiguration><![CDATA[{"slideVersion":3,"isValidatorEnabled":false,"isLocked":false,"elementsMetadata":[],"slideId":"1328131217384275985","enableDocumentContentUpdater":false,"version":"2.0"}]]></TemplafySlideTemplateConfiguration>
</file>

<file path=customXml/item24.xml><?xml version="1.0" encoding="utf-8"?>
<TemplafySlideFormConfiguration><![CDATA[{"formFields":[],"formDataEntries":[]}]]></TemplafySlideFormConfiguration>
</file>

<file path=customXml/item25.xml><?xml version="1.0" encoding="utf-8"?>
<TemplafySlideFormConfiguration><![CDATA[{"formFields":[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]}]]></TemplafySlideFormConfiguration>
</file>

<file path=customXml/item26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27.xml><?xml version="1.0" encoding="utf-8"?>
<TemplafySlideTemplateConfiguration><![CDATA[{"slideVersion":3,"isValidatorEnabled":false,"isLocked":false,"elementsMetadata":[],"slideId":"1328131217384275979","enableDocumentContentUpdater":false,"version":"2.0"}]]></TemplafySlideTemplateConfiguration>
</file>

<file path=customXml/item28.xml><?xml version="1.0" encoding="utf-8"?>
<TemplafySlideFormConfiguration><![CDATA[{"formFields":[],"formDataEntries":[]}]]></TemplafySlideFormConfiguration>
</file>

<file path=customXml/item29.xml><?xml version="1.0" encoding="utf-8"?>
<TemplafySlideTemplateConfiguration><![CDATA[{"slideVersion":3,"isValidatorEnabled":false,"isLocked":false,"elementsMetadata":[],"slideId":"1328131217384275983","enableDocumentContentUpdater":false,"version":"2.0"}]]></TemplafySlideTemplateConfiguration>
</file>

<file path=customXml/item30.xml><?xml version="1.0" encoding="utf-8"?>
<TemplafySlideFormConfiguration><![CDATA[{"formFields":[],"formDataEntries":[]}]]></TemplafySlideFormConfiguration>
</file>

<file path=customXml/item3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4034B036C92A4A897F8A958DF51533" ma:contentTypeVersion="19" ma:contentTypeDescription="Create a new document." ma:contentTypeScope="" ma:versionID="501d55e664131ef2dd5afebc2e671bb4">
  <xsd:schema xmlns:xsd="http://www.w3.org/2001/XMLSchema" xmlns:xs="http://www.w3.org/2001/XMLSchema" xmlns:p="http://schemas.microsoft.com/office/2006/metadata/properties" xmlns:ns2="779f7773-5b16-460b-be9a-e10be11b395c" xmlns:ns3="0e00d59e-b0d2-4e67-be34-67e465b0fbed" targetNamespace="http://schemas.microsoft.com/office/2006/metadata/properties" ma:root="true" ma:fieldsID="ae974cdccaeeef86084a7690bd7a6e3b" ns2:_="" ns3:_="">
    <xsd:import namespace="779f7773-5b16-460b-be9a-e10be11b395c"/>
    <xsd:import namespace="0e00d59e-b0d2-4e67-be34-67e465b0fb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9f7773-5b16-460b-be9a-e10be11b39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7b3fb9d-ee0a-40a8-bd42-4026b75186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00d59e-b0d2-4e67-be34-67e465b0fbe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f1e2fc8-60f5-4b88-a701-67d77da430d9}" ma:internalName="TaxCatchAll" ma:showField="CatchAllData" ma:web="0e00d59e-b0d2-4e67-be34-67e465b0fb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2.xml><?xml version="1.0" encoding="utf-8"?>
<TemplafySlideTemplateConfiguration><![CDATA[{"slideVersion":3,"isValidatorEnabled":false,"isLocked":false,"elementsMetadata":[{"type":"shape","elementConfiguration":{"binding":"{{Form.SpeakerName}}","visibility":"","type":"text","disableUpdates":false,"renderAsMarkdown":false}},{"type":"shape","elementConfiguration":{"binding":"{{Form.Position}}\n{{Form.Address}}\n{{Form.City}} \n{{Form.Email}}","visibility":"","type":"text","disableUpdates":false,"renderAsMarkdown":false}}],"slideId":"1328131217384275984","enableDocumentContentUpdater":false,"version":"2.0"}]]></TemplafySlideTemplateConfiguration>
</file>

<file path=customXml/item33.xml><?xml version="1.0" encoding="utf-8"?>
<TemplafySlideFormConfiguration><![CDATA[{"formFields":[],"formDataEntries":[]}]]></TemplafySlideFormConfiguration>
</file>

<file path=customXml/item34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69","enableDocumentContentUpdater":false,"version":"2.0"}]]></TemplafySlideTemplateConfiguration>
</file>

<file path=customXml/item35.xml><?xml version="1.0" encoding="utf-8"?>
<TemplafySlideTemplateConfiguration><![CDATA[{"slideVersion":3,"isValidatorEnabled":false,"isLocked":false,"elementsMetadata":[],"slideId":"1328131217384275987","enableDocumentContentUpdater":false,"version":"2.0"}]]></TemplafySlideTemplateConfiguration>
</file>

<file path=customXml/item36.xml><?xml version="1.0" encoding="utf-8"?>
<TemplafySlideFormConfiguration><![CDATA[{"formFields":[],"formDataEntries":[]}]]></TemplafySlideFormConfiguration>
</file>

<file path=customXml/item37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White}}","visibility":"","type":"image","disableUpdates":false}}],"slideId":"1328131217384275970","enableDocumentContentUpdater":false,"version":"2.0"}]]></TemplafySlideTemplateConfiguration>
</file>

<file path=customXml/item38.xml><?xml version="1.0" encoding="utf-8"?>
<TemplafySlideTemplateConfiguration><![CDATA[{"slideVersion":3,"isValidatorEnabled":false,"isLocked":false,"elementsMetadata":[],"slideId":"1328131217384275973","enableDocumentContentUpdater":false,"version":"2.0"}]]></TemplafySlideTemplateConfiguration>
</file>

<file path=customXml/item39.xml><?xml version="1.0" encoding="utf-8"?>
<TemplafySlideTemplateConfiguration><![CDATA[{"slideVersion":3,"isValidatorEnabled":false,"isLocked":false,"elementsMetadata":[],"slideId":"1328131217384275986","enableDocumentContentUpdater":false,"version":"2.0"}]]></TemplafySlideTemplateConfiguration>
</file>

<file path=customXml/item40.xml><?xml version="1.0" encoding="utf-8"?>
<TemplafySlideFormConfiguration><![CDATA[{"formFields":[],"formDataEntries":[]}]]></TemplafySlideFormConfiguration>
</file>

<file path=customXml/item41.xml><?xml version="1.0" encoding="utf-8"?>
<TemplafySlideTemplateConfiguration><![CDATA[{"slideVersion":3,"isValidatorEnabled":false,"isLocked":false,"elementsMetadata":[],"slideId":"1328131217384275975","enableDocumentContentUpdater":false,"version":"2.0"}]]></TemplafySlideTemplateConfiguration>
</file>

<file path=customXml/item4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3.xml><?xml version="1.0" encoding="utf-8"?>
<TemplafySlideTemplateConfiguration><![CDATA[{"slideVersion":3,"isValidatorEnabled":false,"isLocked":false,"elementsMetadata":[],"slideId":"1328131217384275982","enableDocumentContentUpdater":false,"version":"2.0"}]]></TemplafySlideTemplateConfiguration>
</file>

<file path=customXml/item44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,{"helpTexts":{},"spacing":{},"type":"instructions","name":"Following_information_will_appear_on_the_Thank_You_slide","label":"Following information will appear on the Thank You slide: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{"name":"SAPLogo","value":"L1zqaVYf9aqXYMOsEnvUbVjYdIPQ+qXQoonX2I9O/ck="},{"name":"SpeakerName","value":"YnPwfaWtJd9yqRikMcavEg=="},{"name":"Date","value":"u7dVzEP5xrCymksMpLsL/Q=="},{"name":"Position","value":"hYE270aCl4QYJbxjf8yhcg=="},{"name":"Address","value":"J74SXewwIr7FPA+NOqR3Bw=="},{"name":"City","value":"0MNcblTGsky7bw1+X2Efyg=="},{"name":"Email","value":"v35+JSpO6F5yjM5PrFdVwQ=="}]}]]></TemplafyFormConfiguration>
</file>

<file path=customXml/item45.xml><?xml version="1.0" encoding="utf-8"?>
<TemplafySlideTemplateConfiguration><![CDATA[{"slideVersion":3,"isValidatorEnabled":false,"isLocked":false,"elementsMetadata":[],"slideId":"1328131217384275981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7D282FA9-D486-4277-833F-E9AC54F00B25}">
  <ds:schemaRefs/>
</ds:datastoreItem>
</file>

<file path=customXml/itemProps2.xml><?xml version="1.0" encoding="utf-8"?>
<ds:datastoreItem xmlns:ds="http://schemas.openxmlformats.org/officeDocument/2006/customXml" ds:itemID="{7CE852FA-A08C-42DD-AE0D-B4ACD5BB86CC}">
  <ds:schemaRefs/>
</ds:datastoreItem>
</file>

<file path=customXml/itemProps3.xml><?xml version="1.0" encoding="utf-8"?>
<ds:datastoreItem xmlns:ds="http://schemas.openxmlformats.org/officeDocument/2006/customXml" ds:itemID="{A701461A-A2EC-4086-A128-227E1E7767C4}">
  <ds:schemaRefs/>
</ds:datastoreItem>
</file>

<file path=customXml/itemProps4.xml><?xml version="1.0" encoding="utf-8"?>
<ds:datastoreItem xmlns:ds="http://schemas.openxmlformats.org/officeDocument/2006/customXml" ds:itemID="{79008009-A77E-4DE3-9C15-4B84BFC772CD}">
  <ds:schemaRefs/>
</ds:datastoreItem>
</file>

<file path=customXml/itemProps5.xml><?xml version="1.0" encoding="utf-8"?>
<ds:datastoreItem xmlns:ds="http://schemas.openxmlformats.org/officeDocument/2006/customXml" ds:itemID="{9B5A6145-50FD-46B5-882B-DCFCB8024129}">
  <ds:schemaRefs/>
</ds:datastoreItem>
</file>

<file path=customXml/itemProps6.xml><?xml version="1.0" encoding="utf-8"?>
<ds:datastoreItem xmlns:ds="http://schemas.openxmlformats.org/officeDocument/2006/customXml" ds:itemID="{72F8570F-162E-4E77-8F0F-6DD87409B9AF}">
  <ds:schemaRefs/>
</ds:datastoreItem>
</file>

<file path=customXml/itemProps7.xml><?xml version="1.0" encoding="utf-8"?>
<ds:datastoreItem xmlns:ds="http://schemas.openxmlformats.org/officeDocument/2006/customXml" ds:itemID="{0AA29E1A-4DC8-446C-8155-596424E2EB1E}">
  <ds:schemaRefs/>
</ds:datastoreItem>
</file>

<file path=customXml/itemProps8.xml><?xml version="1.0" encoding="utf-8"?>
<ds:datastoreItem xmlns:ds="http://schemas.openxmlformats.org/officeDocument/2006/customXml" ds:itemID="{8F54209D-E2B9-45C1-850A-8060F1CC8CCA}">
  <ds:schemaRefs/>
</ds:datastoreItem>
</file>

<file path=customXml/itemProps9.xml><?xml version="1.0" encoding="utf-8"?>
<ds:datastoreItem xmlns:ds="http://schemas.openxmlformats.org/officeDocument/2006/customXml" ds:itemID="{A7B291CB-4C44-41B3-9B37-CCBAC5621AB0}">
  <ds:schemaRefs/>
</ds:datastoreItem>
</file>

<file path=customXml/itemProps10.xml><?xml version="1.0" encoding="utf-8"?>
<ds:datastoreItem xmlns:ds="http://schemas.openxmlformats.org/officeDocument/2006/customXml" ds:itemID="{7191A31C-0001-4F47-9681-3BF2CDE82779}">
  <ds:schemaRefs/>
</ds:datastoreItem>
</file>

<file path=customXml/itemProps11.xml><?xml version="1.0" encoding="utf-8"?>
<ds:datastoreItem xmlns:ds="http://schemas.openxmlformats.org/officeDocument/2006/customXml" ds:itemID="{3E830938-32F9-49FC-9B2C-CACA4077E7A1}">
  <ds:schemaRefs/>
</ds:datastoreItem>
</file>

<file path=customXml/itemProps12.xml><?xml version="1.0" encoding="utf-8"?>
<ds:datastoreItem xmlns:ds="http://schemas.openxmlformats.org/officeDocument/2006/customXml" ds:itemID="{4B1D4426-9BD0-4BD3-8094-CA9B884388C6}">
  <ds:schemaRefs/>
</ds:datastoreItem>
</file>

<file path=customXml/itemProps13.xml><?xml version="1.0" encoding="utf-8"?>
<ds:datastoreItem xmlns:ds="http://schemas.openxmlformats.org/officeDocument/2006/customXml" ds:itemID="{C1422F45-04DB-421D-8796-270006657806}">
  <ds:schemaRefs>
    <ds:schemaRef ds:uri="http://schemas.microsoft.com/office/2006/metadata/properties"/>
    <ds:schemaRef ds:uri="0e00d59e-b0d2-4e67-be34-67e465b0fbed"/>
    <ds:schemaRef ds:uri="47fc58d8-9f4b-4bc8-b278-c3cb6f298023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www.w3.org/XML/1998/namespace"/>
    <ds:schemaRef ds:uri="http://purl.org/dc/dcmitype/"/>
    <ds:schemaRef ds:uri="http://purl.org/dc/elements/1.1/"/>
  </ds:schemaRefs>
</ds:datastoreItem>
</file>

<file path=customXml/itemProps14.xml><?xml version="1.0" encoding="utf-8"?>
<ds:datastoreItem xmlns:ds="http://schemas.openxmlformats.org/officeDocument/2006/customXml" ds:itemID="{5E11CF51-A506-4F35-8D30-27CC6B312382}">
  <ds:schemaRefs/>
</ds:datastoreItem>
</file>

<file path=customXml/itemProps15.xml><?xml version="1.0" encoding="utf-8"?>
<ds:datastoreItem xmlns:ds="http://schemas.openxmlformats.org/officeDocument/2006/customXml" ds:itemID="{8A822E18-7B0C-4809-B179-DD40FFC97308}">
  <ds:schemaRefs/>
</ds:datastoreItem>
</file>

<file path=customXml/itemProps16.xml><?xml version="1.0" encoding="utf-8"?>
<ds:datastoreItem xmlns:ds="http://schemas.openxmlformats.org/officeDocument/2006/customXml" ds:itemID="{2619A3F2-6BB2-4CAE-88B7-CFA577527EBA}">
  <ds:schemaRefs/>
</ds:datastoreItem>
</file>

<file path=customXml/itemProps17.xml><?xml version="1.0" encoding="utf-8"?>
<ds:datastoreItem xmlns:ds="http://schemas.openxmlformats.org/officeDocument/2006/customXml" ds:itemID="{3A81E9BA-12B9-46B7-AEAA-BB534997284F}">
  <ds:schemaRefs/>
</ds:datastoreItem>
</file>

<file path=customXml/itemProps18.xml><?xml version="1.0" encoding="utf-8"?>
<ds:datastoreItem xmlns:ds="http://schemas.openxmlformats.org/officeDocument/2006/customXml" ds:itemID="{54FE47D6-A0B5-433B-A8EF-42136D6623C1}">
  <ds:schemaRefs/>
</ds:datastoreItem>
</file>

<file path=customXml/itemProps19.xml><?xml version="1.0" encoding="utf-8"?>
<ds:datastoreItem xmlns:ds="http://schemas.openxmlformats.org/officeDocument/2006/customXml" ds:itemID="{626BBCBB-1894-4E66-BA48-9E91CE3ACBA0}">
  <ds:schemaRefs/>
</ds:datastoreItem>
</file>

<file path=customXml/itemProps20.xml><?xml version="1.0" encoding="utf-8"?>
<ds:datastoreItem xmlns:ds="http://schemas.openxmlformats.org/officeDocument/2006/customXml" ds:itemID="{0C2F541D-F419-4D97-8F50-8CFBB40B0EC7}">
  <ds:schemaRefs/>
</ds:datastoreItem>
</file>

<file path=customXml/itemProps21.xml><?xml version="1.0" encoding="utf-8"?>
<ds:datastoreItem xmlns:ds="http://schemas.openxmlformats.org/officeDocument/2006/customXml" ds:itemID="{CE396CF5-D378-4212-9654-B79AC7E3DDF2}">
  <ds:schemaRefs/>
</ds:datastoreItem>
</file>

<file path=customXml/itemProps22.xml><?xml version="1.0" encoding="utf-8"?>
<ds:datastoreItem xmlns:ds="http://schemas.openxmlformats.org/officeDocument/2006/customXml" ds:itemID="{1949C97A-F2E4-44DC-BFCA-6630B6534B78}">
  <ds:schemaRefs/>
</ds:datastoreItem>
</file>

<file path=customXml/itemProps23.xml><?xml version="1.0" encoding="utf-8"?>
<ds:datastoreItem xmlns:ds="http://schemas.openxmlformats.org/officeDocument/2006/customXml" ds:itemID="{340F98CC-F8FA-4257-87D3-FCE825196D17}">
  <ds:schemaRefs/>
</ds:datastoreItem>
</file>

<file path=customXml/itemProps24.xml><?xml version="1.0" encoding="utf-8"?>
<ds:datastoreItem xmlns:ds="http://schemas.openxmlformats.org/officeDocument/2006/customXml" ds:itemID="{E9FE88B9-0BAC-45E1-B2FC-EC88A09A227D}">
  <ds:schemaRefs/>
</ds:datastoreItem>
</file>

<file path=customXml/itemProps25.xml><?xml version="1.0" encoding="utf-8"?>
<ds:datastoreItem xmlns:ds="http://schemas.openxmlformats.org/officeDocument/2006/customXml" ds:itemID="{9F687104-044A-49FD-BBC2-8EEC24DE651C}">
  <ds:schemaRefs/>
</ds:datastoreItem>
</file>

<file path=customXml/itemProps26.xml><?xml version="1.0" encoding="utf-8"?>
<ds:datastoreItem xmlns:ds="http://schemas.openxmlformats.org/officeDocument/2006/customXml" ds:itemID="{25EC09BA-905F-4676-960C-1AA7F01E1A45}">
  <ds:schemaRefs/>
</ds:datastoreItem>
</file>

<file path=customXml/itemProps27.xml><?xml version="1.0" encoding="utf-8"?>
<ds:datastoreItem xmlns:ds="http://schemas.openxmlformats.org/officeDocument/2006/customXml" ds:itemID="{69B73946-F389-40E3-A533-45A6D07B0A63}">
  <ds:schemaRefs/>
</ds:datastoreItem>
</file>

<file path=customXml/itemProps28.xml><?xml version="1.0" encoding="utf-8"?>
<ds:datastoreItem xmlns:ds="http://schemas.openxmlformats.org/officeDocument/2006/customXml" ds:itemID="{4938B8D1-5EB7-4009-8CFB-FCE4DBF00B70}">
  <ds:schemaRefs/>
</ds:datastoreItem>
</file>

<file path=customXml/itemProps29.xml><?xml version="1.0" encoding="utf-8"?>
<ds:datastoreItem xmlns:ds="http://schemas.openxmlformats.org/officeDocument/2006/customXml" ds:itemID="{E54232B7-ECAB-41A6-AF8E-F8AA8F67AA91}">
  <ds:schemaRefs/>
</ds:datastoreItem>
</file>

<file path=customXml/itemProps30.xml><?xml version="1.0" encoding="utf-8"?>
<ds:datastoreItem xmlns:ds="http://schemas.openxmlformats.org/officeDocument/2006/customXml" ds:itemID="{02A76EF8-E055-4175-8D2D-5B9E60211AF6}">
  <ds:schemaRefs/>
</ds:datastoreItem>
</file>

<file path=customXml/itemProps31.xml><?xml version="1.0" encoding="utf-8"?>
<ds:datastoreItem xmlns:ds="http://schemas.openxmlformats.org/officeDocument/2006/customXml" ds:itemID="{36D13623-BADF-463A-856C-4E272FABC757}"/>
</file>

<file path=customXml/itemProps32.xml><?xml version="1.0" encoding="utf-8"?>
<ds:datastoreItem xmlns:ds="http://schemas.openxmlformats.org/officeDocument/2006/customXml" ds:itemID="{8DB0A96E-6777-4404-88E8-A679525071C5}">
  <ds:schemaRefs/>
</ds:datastoreItem>
</file>

<file path=customXml/itemProps33.xml><?xml version="1.0" encoding="utf-8"?>
<ds:datastoreItem xmlns:ds="http://schemas.openxmlformats.org/officeDocument/2006/customXml" ds:itemID="{A0BFCECA-5676-4F8F-95F4-E3945158F3DF}">
  <ds:schemaRefs/>
</ds:datastoreItem>
</file>

<file path=customXml/itemProps34.xml><?xml version="1.0" encoding="utf-8"?>
<ds:datastoreItem xmlns:ds="http://schemas.openxmlformats.org/officeDocument/2006/customXml" ds:itemID="{D0AC3308-50B2-461B-AD01-41C9501C41AA}">
  <ds:schemaRefs/>
</ds:datastoreItem>
</file>

<file path=customXml/itemProps35.xml><?xml version="1.0" encoding="utf-8"?>
<ds:datastoreItem xmlns:ds="http://schemas.openxmlformats.org/officeDocument/2006/customXml" ds:itemID="{969E2946-A68D-494C-938D-9F4AFD67C432}">
  <ds:schemaRefs/>
</ds:datastoreItem>
</file>

<file path=customXml/itemProps36.xml><?xml version="1.0" encoding="utf-8"?>
<ds:datastoreItem xmlns:ds="http://schemas.openxmlformats.org/officeDocument/2006/customXml" ds:itemID="{313EF5B0-5BFC-4E19-9E61-13C85B6C6127}">
  <ds:schemaRefs/>
</ds:datastoreItem>
</file>

<file path=customXml/itemProps37.xml><?xml version="1.0" encoding="utf-8"?>
<ds:datastoreItem xmlns:ds="http://schemas.openxmlformats.org/officeDocument/2006/customXml" ds:itemID="{59E029D4-81CC-4017-8B00-9264DBE7ED46}">
  <ds:schemaRefs/>
</ds:datastoreItem>
</file>

<file path=customXml/itemProps38.xml><?xml version="1.0" encoding="utf-8"?>
<ds:datastoreItem xmlns:ds="http://schemas.openxmlformats.org/officeDocument/2006/customXml" ds:itemID="{2EBA1259-1672-4DD3-BA35-A6EAF5A9B084}">
  <ds:schemaRefs/>
</ds:datastoreItem>
</file>

<file path=customXml/itemProps39.xml><?xml version="1.0" encoding="utf-8"?>
<ds:datastoreItem xmlns:ds="http://schemas.openxmlformats.org/officeDocument/2006/customXml" ds:itemID="{2E9C140C-7F7C-4BAD-BCD9-F2636157DE78}">
  <ds:schemaRefs/>
</ds:datastoreItem>
</file>

<file path=customXml/itemProps40.xml><?xml version="1.0" encoding="utf-8"?>
<ds:datastoreItem xmlns:ds="http://schemas.openxmlformats.org/officeDocument/2006/customXml" ds:itemID="{262F285F-827C-4183-96DE-8531462DE52A}">
  <ds:schemaRefs/>
</ds:datastoreItem>
</file>

<file path=customXml/itemProps41.xml><?xml version="1.0" encoding="utf-8"?>
<ds:datastoreItem xmlns:ds="http://schemas.openxmlformats.org/officeDocument/2006/customXml" ds:itemID="{F0F8AAF3-4544-44DE-8D65-07578647B51F}">
  <ds:schemaRefs/>
</ds:datastoreItem>
</file>

<file path=customXml/itemProps42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43.xml><?xml version="1.0" encoding="utf-8"?>
<ds:datastoreItem xmlns:ds="http://schemas.openxmlformats.org/officeDocument/2006/customXml" ds:itemID="{7A3DE86C-37E5-43A2-A674-30AE8DECAC0E}">
  <ds:schemaRefs/>
</ds:datastoreItem>
</file>

<file path=customXml/itemProps44.xml><?xml version="1.0" encoding="utf-8"?>
<ds:datastoreItem xmlns:ds="http://schemas.openxmlformats.org/officeDocument/2006/customXml" ds:itemID="{CC49FFC8-2FF3-4057-96F0-3BCD1A4F0351}">
  <ds:schemaRefs/>
</ds:datastoreItem>
</file>

<file path=customXml/itemProps45.xml><?xml version="1.0" encoding="utf-8"?>
<ds:datastoreItem xmlns:ds="http://schemas.openxmlformats.org/officeDocument/2006/customXml" ds:itemID="{13FD8C04-EC58-4965-B798-8E6CBDD39C2A}">
  <ds:schemaRefs/>
</ds:datastoreItem>
</file>

<file path=docMetadata/LabelInfo.xml><?xml version="1.0" encoding="utf-8"?>
<clbl:labelList xmlns:clbl="http://schemas.microsoft.com/office/2020/mipLabelMetadata">
  <clbl:label id="{0d3b1b9e-ad63-40af-8c4f-1c93d6bb86a8}" enabled="1" method="Privileged" siteId="{42f7676c-f455-423c-82f6-dc2d99791af7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1343</Words>
  <Application>Microsoft Office PowerPoint</Application>
  <PresentationFormat>Custom</PresentationFormat>
  <Paragraphs>233</Paragraphs>
  <Slides>20</Slides>
  <Notes>17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Wingdings</vt:lpstr>
      <vt:lpstr>Wingdings</vt:lpstr>
      <vt:lpstr>Symbol</vt:lpstr>
      <vt:lpstr>72 Brand</vt:lpstr>
      <vt:lpstr>Arial</vt:lpstr>
      <vt:lpstr>72 Brand Medium</vt:lpstr>
      <vt:lpstr>SAP Template</vt:lpstr>
      <vt:lpstr>Title goes here and here and here</vt:lpstr>
      <vt:lpstr>Title goes here and here and here</vt:lpstr>
      <vt:lpstr>Title goes here and here and here</vt:lpstr>
      <vt:lpstr>Title goes here and here and here</vt:lpstr>
      <vt:lpstr>Agenda</vt:lpstr>
      <vt:lpstr>Divider page</vt:lpstr>
      <vt:lpstr>Text with image</vt:lpstr>
      <vt:lpstr>Data points</vt:lpstr>
      <vt:lpstr>Text with icons</vt:lpstr>
      <vt:lpstr>Roadmap</vt:lpstr>
      <vt:lpstr>Table – four columns</vt:lpstr>
      <vt:lpstr>Diagram with icons</vt:lpstr>
      <vt:lpstr>Team slide </vt:lpstr>
      <vt:lpstr>Meet our team</vt:lpstr>
      <vt:lpstr>“Lorem ipsum dolor sit amet, consetetur tempor sadipscing elitr, sed diam nonumy eirmod tempor invidunt ut labore et dolore magna aliquyam erat, sed diam voluptua. Lorem ipsum dolor sit amet.”</vt:lpstr>
      <vt:lpstr>Join the conversation</vt:lpstr>
      <vt:lpstr>Thank you.</vt:lpstr>
      <vt:lpstr>Tips &amp; tricks – your user guide</vt:lpstr>
      <vt:lpstr>Tips &amp; tricks – your user guide – SAP brand site</vt:lpstr>
      <vt:lpstr>Tips &amp; tricks – your user guide – color palette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description/>
  <cp:revision>421</cp:revision>
  <dcterms:created xsi:type="dcterms:W3CDTF">2025-12-18T10:31:51Z</dcterms:created>
  <dcterms:modified xsi:type="dcterms:W3CDTF">2025-12-18T10:49:02Z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0x010100AC4034B036C92A4A897F8A958DF51533</vt:lpwstr>
  </property>
  <property fmtid="{D5CDD505-2E9C-101B-9397-08002B2CF9AE}" pid="4" name="Created by">
    <vt:lpwstr>omnidocs.com</vt:lpwstr>
  </property>
  <property fmtid="{D5CDD505-2E9C-101B-9397-08002B2CF9AE}" pid="5" name="ClassificationContentMarkingFooterLocations">
    <vt:lpwstr>SAP Template:12</vt:lpwstr>
  </property>
  <property fmtid="{D5CDD505-2E9C-101B-9397-08002B2CF9AE}" pid="6" name="ClassificationContentMarkingFooterText">
    <vt:lpwstr>                 INTERNAL ‒ SAP and External Parties under NDA Only</vt:lpwstr>
  </property>
  <property fmtid="{D5CDD505-2E9C-101B-9397-08002B2CF9AE}" pid="7" name="TemplafyTimeStamp">
    <vt:lpwstr>2025-12-14T08:56:23</vt:lpwstr>
  </property>
  <property fmtid="{D5CDD505-2E9C-101B-9397-08002B2CF9AE}" pid="8" name="TemplafyTenantId">
    <vt:lpwstr>sap</vt:lpwstr>
  </property>
  <property fmtid="{D5CDD505-2E9C-101B-9397-08002B2CF9AE}" pid="9" name="TemplafyTemplateId">
    <vt:lpwstr>1328131190817294516</vt:lpwstr>
  </property>
  <property fmtid="{D5CDD505-2E9C-101B-9397-08002B2CF9AE}" pid="10" name="TemplafyUserProfileId">
    <vt:lpwstr>637710449012726268</vt:lpwstr>
  </property>
  <property fmtid="{D5CDD505-2E9C-101B-9397-08002B2CF9AE}" pid="11" name="TemplafyLanguageCode">
    <vt:lpwstr>en-US</vt:lpwstr>
  </property>
  <property fmtid="{D5CDD505-2E9C-101B-9397-08002B2CF9AE}" pid="12" name="TemplafyFromBlank">
    <vt:bool>false</vt:bool>
  </property>
</Properties>
</file>